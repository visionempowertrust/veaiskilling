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sldIdLst>
    <p:sldId id="256" r:id="rId5"/>
    <p:sldId id="262" r:id="rId6"/>
    <p:sldId id="342" r:id="rId7"/>
    <p:sldId id="291" r:id="rId8"/>
    <p:sldId id="343" r:id="rId9"/>
    <p:sldId id="344" r:id="rId10"/>
    <p:sldId id="345" r:id="rId11"/>
    <p:sldId id="348" r:id="rId12"/>
    <p:sldId id="351" r:id="rId13"/>
    <p:sldId id="352" r:id="rId14"/>
    <p:sldId id="350" r:id="rId15"/>
    <p:sldId id="346" r:id="rId16"/>
    <p:sldId id="353" r:id="rId17"/>
    <p:sldId id="313" r:id="rId18"/>
    <p:sldId id="310" r:id="rId19"/>
    <p:sldId id="320" r:id="rId20"/>
    <p:sldId id="326" r:id="rId21"/>
    <p:sldId id="29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3702A7-3AB0-6886-FA42-F212CE868E2C}" v="301" dt="2026-09-07T10:39:39.469"/>
    <p1510:client id="{48CC8C93-8B53-0D9F-883A-0837BC8C4F94}" v="2" dt="2026-09-07T09:43:46.211"/>
    <p1510:client id="{501C4332-1DE2-9146-86EF-BCADFDE2A966}" v="125" dt="2026-09-07T09:59:20.514"/>
    <p1510:client id="{579232DC-72FE-B287-2BF3-C081E3943474}" v="1417" dt="2026-09-08T01:30:48.115"/>
    <p1510:client id="{B12A3DD4-9DB4-3FFD-E372-013EADD402DA}" v="2" dt="2026-09-07T05:15:04.3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era Muthukrishnan" userId="S::meera@visionempowertrust.org::d828a7ba-2585-4325-b591-73aa0d8f5866" providerId="AD" clId="Web-{579232DC-72FE-B287-2BF3-C081E3943474}"/>
    <pc:docChg chg="addSld delSld modSld sldOrd">
      <pc:chgData name="Meera Muthukrishnan" userId="S::meera@visionempowertrust.org::d828a7ba-2585-4325-b591-73aa0d8f5866" providerId="AD" clId="Web-{579232DC-72FE-B287-2BF3-C081E3943474}" dt="2026-09-08T01:30:48.115" v="1403" actId="20577"/>
      <pc:docMkLst>
        <pc:docMk/>
      </pc:docMkLst>
      <pc:sldChg chg="modSp">
        <pc:chgData name="Meera Muthukrishnan" userId="S::meera@visionempowertrust.org::d828a7ba-2585-4325-b591-73aa0d8f5866" providerId="AD" clId="Web-{579232DC-72FE-B287-2BF3-C081E3943474}" dt="2026-09-07T11:26:32.354" v="3" actId="20577"/>
        <pc:sldMkLst>
          <pc:docMk/>
          <pc:sldMk cId="1479565106" sldId="256"/>
        </pc:sldMkLst>
        <pc:spChg chg="mod">
          <ac:chgData name="Meera Muthukrishnan" userId="S::meera@visionempowertrust.org::d828a7ba-2585-4325-b591-73aa0d8f5866" providerId="AD" clId="Web-{579232DC-72FE-B287-2BF3-C081E3943474}" dt="2026-09-07T11:26:32.354" v="3" actId="20577"/>
          <ac:spMkLst>
            <pc:docMk/>
            <pc:sldMk cId="1479565106" sldId="256"/>
            <ac:spMk id="3" creationId="{0A37B741-42E9-DA37-7642-16595A6D170B}"/>
          </ac:spMkLst>
        </pc:spChg>
      </pc:sldChg>
      <pc:sldChg chg="del">
        <pc:chgData name="Meera Muthukrishnan" userId="S::meera@visionempowertrust.org::d828a7ba-2585-4325-b591-73aa0d8f5866" providerId="AD" clId="Web-{579232DC-72FE-B287-2BF3-C081E3943474}" dt="2026-09-07T14:18:49.141" v="157"/>
        <pc:sldMkLst>
          <pc:docMk/>
          <pc:sldMk cId="0" sldId="260"/>
        </pc:sldMkLst>
      </pc:sldChg>
      <pc:sldChg chg="modSp">
        <pc:chgData name="Meera Muthukrishnan" userId="S::meera@visionempowertrust.org::d828a7ba-2585-4325-b591-73aa0d8f5866" providerId="AD" clId="Web-{579232DC-72FE-B287-2BF3-C081E3943474}" dt="2026-09-08T01:30:35.490" v="1400" actId="20577"/>
        <pc:sldMkLst>
          <pc:docMk/>
          <pc:sldMk cId="248961299" sldId="262"/>
        </pc:sldMkLst>
        <pc:spChg chg="mod">
          <ac:chgData name="Meera Muthukrishnan" userId="S::meera@visionempowertrust.org::d828a7ba-2585-4325-b591-73aa0d8f5866" providerId="AD" clId="Web-{579232DC-72FE-B287-2BF3-C081E3943474}" dt="2026-09-08T01:30:35.490" v="1400" actId="20577"/>
          <ac:spMkLst>
            <pc:docMk/>
            <pc:sldMk cId="248961299" sldId="262"/>
            <ac:spMk id="2" creationId="{D04476FF-652A-988E-A326-EFA26F355948}"/>
          </ac:spMkLst>
        </pc:spChg>
        <pc:graphicFrameChg chg="mod modGraphic">
          <ac:chgData name="Meera Muthukrishnan" userId="S::meera@visionempowertrust.org::d828a7ba-2585-4325-b591-73aa0d8f5866" providerId="AD" clId="Web-{579232DC-72FE-B287-2BF3-C081E3943474}" dt="2026-09-08T01:23:21.407" v="1191"/>
          <ac:graphicFrameMkLst>
            <pc:docMk/>
            <pc:sldMk cId="248961299" sldId="262"/>
            <ac:graphicFrameMk id="5" creationId="{D79B3E9A-A26D-D7D3-6421-654A8AF6D9E2}"/>
          </ac:graphicFrameMkLst>
        </pc:graphicFrameChg>
      </pc:sldChg>
      <pc:sldChg chg="del">
        <pc:chgData name="Meera Muthukrishnan" userId="S::meera@visionempowertrust.org::d828a7ba-2585-4325-b591-73aa0d8f5866" providerId="AD" clId="Web-{579232DC-72FE-B287-2BF3-C081E3943474}" dt="2026-09-07T14:18:49.125" v="146"/>
        <pc:sldMkLst>
          <pc:docMk/>
          <pc:sldMk cId="3518695171" sldId="266"/>
        </pc:sldMkLst>
      </pc:sldChg>
      <pc:sldChg chg="del">
        <pc:chgData name="Meera Muthukrishnan" userId="S::meera@visionempowertrust.org::d828a7ba-2585-4325-b591-73aa0d8f5866" providerId="AD" clId="Web-{579232DC-72FE-B287-2BF3-C081E3943474}" dt="2026-09-07T14:12:21.667" v="139"/>
        <pc:sldMkLst>
          <pc:docMk/>
          <pc:sldMk cId="2231607292" sldId="272"/>
        </pc:sldMkLst>
      </pc:sldChg>
      <pc:sldChg chg="del">
        <pc:chgData name="Meera Muthukrishnan" userId="S::meera@visionempowertrust.org::d828a7ba-2585-4325-b591-73aa0d8f5866" providerId="AD" clId="Web-{579232DC-72FE-B287-2BF3-C081E3943474}" dt="2026-09-07T15:40:35.141" v="532"/>
        <pc:sldMkLst>
          <pc:docMk/>
          <pc:sldMk cId="2984929156" sldId="276"/>
        </pc:sldMkLst>
      </pc:sldChg>
      <pc:sldChg chg="del">
        <pc:chgData name="Meera Muthukrishnan" userId="S::meera@visionempowertrust.org::d828a7ba-2585-4325-b591-73aa0d8f5866" providerId="AD" clId="Web-{579232DC-72FE-B287-2BF3-C081E3943474}" dt="2026-09-07T14:12:08.964" v="130"/>
        <pc:sldMkLst>
          <pc:docMk/>
          <pc:sldMk cId="628283639" sldId="286"/>
        </pc:sldMkLst>
      </pc:sldChg>
      <pc:sldChg chg="modSp">
        <pc:chgData name="Meera Muthukrishnan" userId="S::meera@visionempowertrust.org::d828a7ba-2585-4325-b591-73aa0d8f5866" providerId="AD" clId="Web-{579232DC-72FE-B287-2BF3-C081E3943474}" dt="2026-09-08T01:30:45.162" v="1402" actId="20577"/>
        <pc:sldMkLst>
          <pc:docMk/>
          <pc:sldMk cId="3556693359" sldId="291"/>
        </pc:sldMkLst>
        <pc:spChg chg="mod">
          <ac:chgData name="Meera Muthukrishnan" userId="S::meera@visionempowertrust.org::d828a7ba-2585-4325-b591-73aa0d8f5866" providerId="AD" clId="Web-{579232DC-72FE-B287-2BF3-C081E3943474}" dt="2026-09-08T01:30:45.162" v="1402" actId="20577"/>
          <ac:spMkLst>
            <pc:docMk/>
            <pc:sldMk cId="3556693359" sldId="291"/>
            <ac:spMk id="2" creationId="{64ED0AD0-2814-FC63-8EAE-233569CA88E0}"/>
          </ac:spMkLst>
        </pc:spChg>
        <pc:spChg chg="mod">
          <ac:chgData name="Meera Muthukrishnan" userId="S::meera@visionempowertrust.org::d828a7ba-2585-4325-b591-73aa0d8f5866" providerId="AD" clId="Web-{579232DC-72FE-B287-2BF3-C081E3943474}" dt="2026-09-07T11:28:50.468" v="116" actId="20577"/>
          <ac:spMkLst>
            <pc:docMk/>
            <pc:sldMk cId="3556693359" sldId="291"/>
            <ac:spMk id="3" creationId="{6A845287-D069-0D1E-0AEE-E159B1BEF503}"/>
          </ac:spMkLst>
        </pc:spChg>
      </pc:sldChg>
      <pc:sldChg chg="del">
        <pc:chgData name="Meera Muthukrishnan" userId="S::meera@visionempowertrust.org::d828a7ba-2585-4325-b591-73aa0d8f5866" providerId="AD" clId="Web-{579232DC-72FE-B287-2BF3-C081E3943474}" dt="2026-09-07T14:12:03.807" v="127"/>
        <pc:sldMkLst>
          <pc:docMk/>
          <pc:sldMk cId="1645687284" sldId="297"/>
        </pc:sldMkLst>
      </pc:sldChg>
      <pc:sldChg chg="del">
        <pc:chgData name="Meera Muthukrishnan" userId="S::meera@visionempowertrust.org::d828a7ba-2585-4325-b591-73aa0d8f5866" providerId="AD" clId="Web-{579232DC-72FE-B287-2BF3-C081E3943474}" dt="2026-09-07T14:18:49.141" v="156"/>
        <pc:sldMkLst>
          <pc:docMk/>
          <pc:sldMk cId="3754000383" sldId="301"/>
        </pc:sldMkLst>
      </pc:sldChg>
      <pc:sldChg chg="del">
        <pc:chgData name="Meera Muthukrishnan" userId="S::meera@visionempowertrust.org::d828a7ba-2585-4325-b591-73aa0d8f5866" providerId="AD" clId="Web-{579232DC-72FE-B287-2BF3-C081E3943474}" dt="2026-09-07T14:18:49.141" v="154"/>
        <pc:sldMkLst>
          <pc:docMk/>
          <pc:sldMk cId="1925327870" sldId="302"/>
        </pc:sldMkLst>
      </pc:sldChg>
      <pc:sldChg chg="del">
        <pc:chgData name="Meera Muthukrishnan" userId="S::meera@visionempowertrust.org::d828a7ba-2585-4325-b591-73aa0d8f5866" providerId="AD" clId="Web-{579232DC-72FE-B287-2BF3-C081E3943474}" dt="2026-09-07T14:18:49.141" v="152"/>
        <pc:sldMkLst>
          <pc:docMk/>
          <pc:sldMk cId="2295600849" sldId="303"/>
        </pc:sldMkLst>
      </pc:sldChg>
      <pc:sldChg chg="del">
        <pc:chgData name="Meera Muthukrishnan" userId="S::meera@visionempowertrust.org::d828a7ba-2585-4325-b591-73aa0d8f5866" providerId="AD" clId="Web-{579232DC-72FE-B287-2BF3-C081E3943474}" dt="2026-09-07T14:18:49.141" v="150"/>
        <pc:sldMkLst>
          <pc:docMk/>
          <pc:sldMk cId="2463296972" sldId="304"/>
        </pc:sldMkLst>
      </pc:sldChg>
      <pc:sldChg chg="del">
        <pc:chgData name="Meera Muthukrishnan" userId="S::meera@visionempowertrust.org::d828a7ba-2585-4325-b591-73aa0d8f5866" providerId="AD" clId="Web-{579232DC-72FE-B287-2BF3-C081E3943474}" dt="2026-09-07T14:18:49.141" v="147"/>
        <pc:sldMkLst>
          <pc:docMk/>
          <pc:sldMk cId="1308707874" sldId="305"/>
        </pc:sldMkLst>
      </pc:sldChg>
      <pc:sldChg chg="add del">
        <pc:chgData name="Meera Muthukrishnan" userId="S::meera@visionempowertrust.org::d828a7ba-2585-4325-b591-73aa0d8f5866" providerId="AD" clId="Web-{579232DC-72FE-B287-2BF3-C081E3943474}" dt="2026-09-07T15:39:52.203" v="528"/>
        <pc:sldMkLst>
          <pc:docMk/>
          <pc:sldMk cId="3189162324" sldId="310"/>
        </pc:sldMkLst>
      </pc:sldChg>
      <pc:sldChg chg="del">
        <pc:chgData name="Meera Muthukrishnan" userId="S::meera@visionempowertrust.org::d828a7ba-2585-4325-b591-73aa0d8f5866" providerId="AD" clId="Web-{579232DC-72FE-B287-2BF3-C081E3943474}" dt="2026-09-07T14:12:21.183" v="138"/>
        <pc:sldMkLst>
          <pc:docMk/>
          <pc:sldMk cId="3140234311" sldId="311"/>
        </pc:sldMkLst>
      </pc:sldChg>
      <pc:sldChg chg="modSp add">
        <pc:chgData name="Meera Muthukrishnan" userId="S::meera@visionempowertrust.org::d828a7ba-2585-4325-b591-73aa0d8f5866" providerId="AD" clId="Web-{579232DC-72FE-B287-2BF3-C081E3943474}" dt="2026-09-08T01:26:56.488" v="1279" actId="20577"/>
        <pc:sldMkLst>
          <pc:docMk/>
          <pc:sldMk cId="3317847567" sldId="313"/>
        </pc:sldMkLst>
        <pc:spChg chg="mod">
          <ac:chgData name="Meera Muthukrishnan" userId="S::meera@visionempowertrust.org::d828a7ba-2585-4325-b591-73aa0d8f5866" providerId="AD" clId="Web-{579232DC-72FE-B287-2BF3-C081E3943474}" dt="2026-09-08T01:26:56.488" v="1279" actId="20577"/>
          <ac:spMkLst>
            <pc:docMk/>
            <pc:sldMk cId="3317847567" sldId="313"/>
            <ac:spMk id="3" creationId="{C5E146AD-95F2-85F1-1CA7-2F9FAB67006A}"/>
          </ac:spMkLst>
        </pc:spChg>
      </pc:sldChg>
      <pc:sldChg chg="del">
        <pc:chgData name="Meera Muthukrishnan" userId="S::meera@visionempowertrust.org::d828a7ba-2585-4325-b591-73aa0d8f5866" providerId="AD" clId="Web-{579232DC-72FE-B287-2BF3-C081E3943474}" dt="2026-09-07T14:18:49.141" v="158"/>
        <pc:sldMkLst>
          <pc:docMk/>
          <pc:sldMk cId="2802799472" sldId="317"/>
        </pc:sldMkLst>
      </pc:sldChg>
      <pc:sldChg chg="del">
        <pc:chgData name="Meera Muthukrishnan" userId="S::meera@visionempowertrust.org::d828a7ba-2585-4325-b591-73aa0d8f5866" providerId="AD" clId="Web-{579232DC-72FE-B287-2BF3-C081E3943474}" dt="2026-09-07T14:18:49.125" v="145"/>
        <pc:sldMkLst>
          <pc:docMk/>
          <pc:sldMk cId="1388547114" sldId="318"/>
        </pc:sldMkLst>
      </pc:sldChg>
      <pc:sldChg chg="del">
        <pc:chgData name="Meera Muthukrishnan" userId="S::meera@visionempowertrust.org::d828a7ba-2585-4325-b591-73aa0d8f5866" providerId="AD" clId="Web-{579232DC-72FE-B287-2BF3-C081E3943474}" dt="2026-09-07T14:18:49.125" v="144"/>
        <pc:sldMkLst>
          <pc:docMk/>
          <pc:sldMk cId="4102939466" sldId="319"/>
        </pc:sldMkLst>
      </pc:sldChg>
      <pc:sldChg chg="modSp">
        <pc:chgData name="Meera Muthukrishnan" userId="S::meera@visionempowertrust.org::d828a7ba-2585-4325-b591-73aa0d8f5866" providerId="AD" clId="Web-{579232DC-72FE-B287-2BF3-C081E3943474}" dt="2026-09-08T01:07:00.177" v="1016" actId="20577"/>
        <pc:sldMkLst>
          <pc:docMk/>
          <pc:sldMk cId="848416781" sldId="320"/>
        </pc:sldMkLst>
        <pc:spChg chg="mod">
          <ac:chgData name="Meera Muthukrishnan" userId="S::meera@visionempowertrust.org::d828a7ba-2585-4325-b591-73aa0d8f5866" providerId="AD" clId="Web-{579232DC-72FE-B287-2BF3-C081E3943474}" dt="2026-09-08T01:07:00.177" v="1016" actId="20577"/>
          <ac:spMkLst>
            <pc:docMk/>
            <pc:sldMk cId="848416781" sldId="320"/>
            <ac:spMk id="3" creationId="{DD0E99B1-032C-63E7-73C6-14A4CC54BCFE}"/>
          </ac:spMkLst>
        </pc:spChg>
      </pc:sldChg>
      <pc:sldChg chg="del">
        <pc:chgData name="Meera Muthukrishnan" userId="S::meera@visionempowertrust.org::d828a7ba-2585-4325-b591-73aa0d8f5866" providerId="AD" clId="Web-{579232DC-72FE-B287-2BF3-C081E3943474}" dt="2026-09-07T14:12:06.714" v="128"/>
        <pc:sldMkLst>
          <pc:docMk/>
          <pc:sldMk cId="2991156870" sldId="321"/>
        </pc:sldMkLst>
      </pc:sldChg>
      <pc:sldChg chg="del">
        <pc:chgData name="Meera Muthukrishnan" userId="S::meera@visionempowertrust.org::d828a7ba-2585-4325-b591-73aa0d8f5866" providerId="AD" clId="Web-{579232DC-72FE-B287-2BF3-C081E3943474}" dt="2026-09-07T14:12:07.323" v="129"/>
        <pc:sldMkLst>
          <pc:docMk/>
          <pc:sldMk cId="2153554663" sldId="322"/>
        </pc:sldMkLst>
      </pc:sldChg>
      <pc:sldChg chg="del">
        <pc:chgData name="Meera Muthukrishnan" userId="S::meera@visionempowertrust.org::d828a7ba-2585-4325-b591-73aa0d8f5866" providerId="AD" clId="Web-{579232DC-72FE-B287-2BF3-C081E3943474}" dt="2026-09-07T14:18:49.125" v="143"/>
        <pc:sldMkLst>
          <pc:docMk/>
          <pc:sldMk cId="3527140876" sldId="324"/>
        </pc:sldMkLst>
      </pc:sldChg>
      <pc:sldChg chg="del">
        <pc:chgData name="Meera Muthukrishnan" userId="S::meera@visionempowertrust.org::d828a7ba-2585-4325-b591-73aa0d8f5866" providerId="AD" clId="Web-{579232DC-72FE-B287-2BF3-C081E3943474}" dt="2026-09-07T14:12:15.886" v="135"/>
        <pc:sldMkLst>
          <pc:docMk/>
          <pc:sldMk cId="1043317139" sldId="325"/>
        </pc:sldMkLst>
      </pc:sldChg>
      <pc:sldChg chg="add del">
        <pc:chgData name="Meera Muthukrishnan" userId="S::meera@visionempowertrust.org::d828a7ba-2585-4325-b591-73aa0d8f5866" providerId="AD" clId="Web-{579232DC-72FE-B287-2BF3-C081E3943474}" dt="2026-09-07T15:40:37.547" v="534"/>
        <pc:sldMkLst>
          <pc:docMk/>
          <pc:sldMk cId="3017925631" sldId="326"/>
        </pc:sldMkLst>
      </pc:sldChg>
      <pc:sldChg chg="del">
        <pc:chgData name="Meera Muthukrishnan" userId="S::meera@visionempowertrust.org::d828a7ba-2585-4325-b591-73aa0d8f5866" providerId="AD" clId="Web-{579232DC-72FE-B287-2BF3-C081E3943474}" dt="2026-09-07T14:12:22.073" v="140"/>
        <pc:sldMkLst>
          <pc:docMk/>
          <pc:sldMk cId="110348443" sldId="327"/>
        </pc:sldMkLst>
      </pc:sldChg>
      <pc:sldChg chg="del">
        <pc:chgData name="Meera Muthukrishnan" userId="S::meera@visionempowertrust.org::d828a7ba-2585-4325-b591-73aa0d8f5866" providerId="AD" clId="Web-{579232DC-72FE-B287-2BF3-C081E3943474}" dt="2026-09-07T14:18:49.141" v="155"/>
        <pc:sldMkLst>
          <pc:docMk/>
          <pc:sldMk cId="3154985157" sldId="328"/>
        </pc:sldMkLst>
      </pc:sldChg>
      <pc:sldChg chg="del">
        <pc:chgData name="Meera Muthukrishnan" userId="S::meera@visionempowertrust.org::d828a7ba-2585-4325-b591-73aa0d8f5866" providerId="AD" clId="Web-{579232DC-72FE-B287-2BF3-C081E3943474}" dt="2026-09-07T14:18:49.141" v="153"/>
        <pc:sldMkLst>
          <pc:docMk/>
          <pc:sldMk cId="1619393274" sldId="329"/>
        </pc:sldMkLst>
      </pc:sldChg>
      <pc:sldChg chg="del">
        <pc:chgData name="Meera Muthukrishnan" userId="S::meera@visionempowertrust.org::d828a7ba-2585-4325-b591-73aa0d8f5866" providerId="AD" clId="Web-{579232DC-72FE-B287-2BF3-C081E3943474}" dt="2026-09-07T14:18:49.141" v="151"/>
        <pc:sldMkLst>
          <pc:docMk/>
          <pc:sldMk cId="4117857412" sldId="330"/>
        </pc:sldMkLst>
      </pc:sldChg>
      <pc:sldChg chg="del">
        <pc:chgData name="Meera Muthukrishnan" userId="S::meera@visionempowertrust.org::d828a7ba-2585-4325-b591-73aa0d8f5866" providerId="AD" clId="Web-{579232DC-72FE-B287-2BF3-C081E3943474}" dt="2026-09-07T14:18:49.141" v="149"/>
        <pc:sldMkLst>
          <pc:docMk/>
          <pc:sldMk cId="2140360492" sldId="331"/>
        </pc:sldMkLst>
      </pc:sldChg>
      <pc:sldChg chg="del">
        <pc:chgData name="Meera Muthukrishnan" userId="S::meera@visionempowertrust.org::d828a7ba-2585-4325-b591-73aa0d8f5866" providerId="AD" clId="Web-{579232DC-72FE-B287-2BF3-C081E3943474}" dt="2026-09-07T14:18:49.141" v="148"/>
        <pc:sldMkLst>
          <pc:docMk/>
          <pc:sldMk cId="759961348" sldId="332"/>
        </pc:sldMkLst>
      </pc:sldChg>
      <pc:sldChg chg="del">
        <pc:chgData name="Meera Muthukrishnan" userId="S::meera@visionempowertrust.org::d828a7ba-2585-4325-b591-73aa0d8f5866" providerId="AD" clId="Web-{579232DC-72FE-B287-2BF3-C081E3943474}" dt="2026-09-07T14:12:09.948" v="131"/>
        <pc:sldMkLst>
          <pc:docMk/>
          <pc:sldMk cId="3894709504" sldId="333"/>
        </pc:sldMkLst>
      </pc:sldChg>
      <pc:sldChg chg="del">
        <pc:chgData name="Meera Muthukrishnan" userId="S::meera@visionempowertrust.org::d828a7ba-2585-4325-b591-73aa0d8f5866" providerId="AD" clId="Web-{579232DC-72FE-B287-2BF3-C081E3943474}" dt="2026-09-07T14:12:10.729" v="132"/>
        <pc:sldMkLst>
          <pc:docMk/>
          <pc:sldMk cId="907765373" sldId="334"/>
        </pc:sldMkLst>
      </pc:sldChg>
      <pc:sldChg chg="del">
        <pc:chgData name="Meera Muthukrishnan" userId="S::meera@visionempowertrust.org::d828a7ba-2585-4325-b591-73aa0d8f5866" providerId="AD" clId="Web-{579232DC-72FE-B287-2BF3-C081E3943474}" dt="2026-09-07T14:12:11.386" v="133"/>
        <pc:sldMkLst>
          <pc:docMk/>
          <pc:sldMk cId="2832651535" sldId="336"/>
        </pc:sldMkLst>
      </pc:sldChg>
      <pc:sldChg chg="del">
        <pc:chgData name="Meera Muthukrishnan" userId="S::meera@visionempowertrust.org::d828a7ba-2585-4325-b591-73aa0d8f5866" providerId="AD" clId="Web-{579232DC-72FE-B287-2BF3-C081E3943474}" dt="2026-09-07T14:12:13.214" v="134"/>
        <pc:sldMkLst>
          <pc:docMk/>
          <pc:sldMk cId="2759380467" sldId="337"/>
        </pc:sldMkLst>
      </pc:sldChg>
      <pc:sldChg chg="del">
        <pc:chgData name="Meera Muthukrishnan" userId="S::meera@visionempowertrust.org::d828a7ba-2585-4325-b591-73aa0d8f5866" providerId="AD" clId="Web-{579232DC-72FE-B287-2BF3-C081E3943474}" dt="2026-09-07T14:18:49.125" v="141"/>
        <pc:sldMkLst>
          <pc:docMk/>
          <pc:sldMk cId="2275464794" sldId="338"/>
        </pc:sldMkLst>
      </pc:sldChg>
      <pc:sldChg chg="del">
        <pc:chgData name="Meera Muthukrishnan" userId="S::meera@visionempowertrust.org::d828a7ba-2585-4325-b591-73aa0d8f5866" providerId="AD" clId="Web-{579232DC-72FE-B287-2BF3-C081E3943474}" dt="2026-09-07T14:12:19.792" v="137"/>
        <pc:sldMkLst>
          <pc:docMk/>
          <pc:sldMk cId="2162389052" sldId="339"/>
        </pc:sldMkLst>
      </pc:sldChg>
      <pc:sldChg chg="del">
        <pc:chgData name="Meera Muthukrishnan" userId="S::meera@visionempowertrust.org::d828a7ba-2585-4325-b591-73aa0d8f5866" providerId="AD" clId="Web-{579232DC-72FE-B287-2BF3-C081E3943474}" dt="2026-09-07T14:12:18.745" v="136"/>
        <pc:sldMkLst>
          <pc:docMk/>
          <pc:sldMk cId="2470203492" sldId="341"/>
        </pc:sldMkLst>
      </pc:sldChg>
      <pc:sldChg chg="modSp new">
        <pc:chgData name="Meera Muthukrishnan" userId="S::meera@visionempowertrust.org::d828a7ba-2585-4325-b591-73aa0d8f5866" providerId="AD" clId="Web-{579232DC-72FE-B287-2BF3-C081E3943474}" dt="2026-09-08T01:30:41.725" v="1401" actId="20577"/>
        <pc:sldMkLst>
          <pc:docMk/>
          <pc:sldMk cId="315802044" sldId="342"/>
        </pc:sldMkLst>
        <pc:spChg chg="mod">
          <ac:chgData name="Meera Muthukrishnan" userId="S::meera@visionempowertrust.org::d828a7ba-2585-4325-b591-73aa0d8f5866" providerId="AD" clId="Web-{579232DC-72FE-B287-2BF3-C081E3943474}" dt="2026-09-08T01:30:41.725" v="1401" actId="20577"/>
          <ac:spMkLst>
            <pc:docMk/>
            <pc:sldMk cId="315802044" sldId="342"/>
            <ac:spMk id="2" creationId="{FC22AE24-D111-1375-8468-2B8E8094DD23}"/>
          </ac:spMkLst>
        </pc:spChg>
        <pc:spChg chg="mod">
          <ac:chgData name="Meera Muthukrishnan" userId="S::meera@visionempowertrust.org::d828a7ba-2585-4325-b591-73aa0d8f5866" providerId="AD" clId="Web-{579232DC-72FE-B287-2BF3-C081E3943474}" dt="2026-09-08T01:23:12.095" v="1167" actId="20577"/>
          <ac:spMkLst>
            <pc:docMk/>
            <pc:sldMk cId="315802044" sldId="342"/>
            <ac:spMk id="3" creationId="{5B0C8161-67B8-2F7C-031B-5315F49CC6D4}"/>
          </ac:spMkLst>
        </pc:spChg>
      </pc:sldChg>
      <pc:sldChg chg="modSp new">
        <pc:chgData name="Meera Muthukrishnan" userId="S::meera@visionempowertrust.org::d828a7ba-2585-4325-b591-73aa0d8f5866" providerId="AD" clId="Web-{579232DC-72FE-B287-2BF3-C081E3943474}" dt="2026-09-08T01:30:48.115" v="1403" actId="20577"/>
        <pc:sldMkLst>
          <pc:docMk/>
          <pc:sldMk cId="860437681" sldId="343"/>
        </pc:sldMkLst>
        <pc:spChg chg="mod">
          <ac:chgData name="Meera Muthukrishnan" userId="S::meera@visionempowertrust.org::d828a7ba-2585-4325-b591-73aa0d8f5866" providerId="AD" clId="Web-{579232DC-72FE-B287-2BF3-C081E3943474}" dt="2026-09-08T01:30:48.115" v="1403" actId="20577"/>
          <ac:spMkLst>
            <pc:docMk/>
            <pc:sldMk cId="860437681" sldId="343"/>
            <ac:spMk id="2" creationId="{36302A12-42BC-AB59-FE3A-76FEDE1D5126}"/>
          </ac:spMkLst>
        </pc:spChg>
        <pc:spChg chg="mod">
          <ac:chgData name="Meera Muthukrishnan" userId="S::meera@visionempowertrust.org::d828a7ba-2585-4325-b591-73aa0d8f5866" providerId="AD" clId="Web-{579232DC-72FE-B287-2BF3-C081E3943474}" dt="2026-09-08T01:10:37.555" v="1081" actId="20577"/>
          <ac:spMkLst>
            <pc:docMk/>
            <pc:sldMk cId="860437681" sldId="343"/>
            <ac:spMk id="3" creationId="{B3161403-E955-1758-A79F-56550AB48636}"/>
          </ac:spMkLst>
        </pc:spChg>
      </pc:sldChg>
      <pc:sldChg chg="addSp delSp modSp new">
        <pc:chgData name="Meera Muthukrishnan" userId="S::meera@visionempowertrust.org::d828a7ba-2585-4325-b591-73aa0d8f5866" providerId="AD" clId="Web-{579232DC-72FE-B287-2BF3-C081E3943474}" dt="2026-09-08T01:23:43.876" v="1194" actId="20577"/>
        <pc:sldMkLst>
          <pc:docMk/>
          <pc:sldMk cId="3299072245" sldId="344"/>
        </pc:sldMkLst>
        <pc:spChg chg="mod">
          <ac:chgData name="Meera Muthukrishnan" userId="S::meera@visionempowertrust.org::d828a7ba-2585-4325-b591-73aa0d8f5866" providerId="AD" clId="Web-{579232DC-72FE-B287-2BF3-C081E3943474}" dt="2026-09-08T01:23:43.876" v="1194" actId="20577"/>
          <ac:spMkLst>
            <pc:docMk/>
            <pc:sldMk cId="3299072245" sldId="344"/>
            <ac:spMk id="2" creationId="{DA8D6818-E9AC-2101-F7DB-22FC2652193D}"/>
          </ac:spMkLst>
        </pc:spChg>
        <pc:spChg chg="del">
          <ac:chgData name="Meera Muthukrishnan" userId="S::meera@visionempowertrust.org::d828a7ba-2585-4325-b591-73aa0d8f5866" providerId="AD" clId="Web-{579232DC-72FE-B287-2BF3-C081E3943474}" dt="2026-09-07T14:19:18.923" v="163"/>
          <ac:spMkLst>
            <pc:docMk/>
            <pc:sldMk cId="3299072245" sldId="344"/>
            <ac:spMk id="3" creationId="{95FC1A4A-463D-F880-50D8-0BE7729DF377}"/>
          </ac:spMkLst>
        </pc:spChg>
        <pc:spChg chg="add del mod">
          <ac:chgData name="Meera Muthukrishnan" userId="S::meera@visionempowertrust.org::d828a7ba-2585-4325-b591-73aa0d8f5866" providerId="AD" clId="Web-{579232DC-72FE-B287-2BF3-C081E3943474}" dt="2026-09-07T15:54:39.173" v="617"/>
          <ac:spMkLst>
            <pc:docMk/>
            <pc:sldMk cId="3299072245" sldId="344"/>
            <ac:spMk id="4" creationId="{931D0D83-79E7-F2CD-687C-7D837008D332}"/>
          </ac:spMkLst>
        </pc:spChg>
        <pc:spChg chg="add mod">
          <ac:chgData name="Meera Muthukrishnan" userId="S::meera@visionempowertrust.org::d828a7ba-2585-4325-b591-73aa0d8f5866" providerId="AD" clId="Web-{579232DC-72FE-B287-2BF3-C081E3943474}" dt="2026-09-08T00:59:22.698" v="927" actId="20577"/>
          <ac:spMkLst>
            <pc:docMk/>
            <pc:sldMk cId="3299072245" sldId="344"/>
            <ac:spMk id="9" creationId="{83404187-DF35-0C6C-CB26-2BC69F93357C}"/>
          </ac:spMkLst>
        </pc:spChg>
        <pc:graphicFrameChg chg="add del mod ord modGraphic">
          <ac:chgData name="Meera Muthukrishnan" userId="S::meera@visionempowertrust.org::d828a7ba-2585-4325-b591-73aa0d8f5866" providerId="AD" clId="Web-{579232DC-72FE-B287-2BF3-C081E3943474}" dt="2026-09-07T15:42:11.344" v="612"/>
          <ac:graphicFrameMkLst>
            <pc:docMk/>
            <pc:sldMk cId="3299072245" sldId="344"/>
            <ac:graphicFrameMk id="5" creationId="{CFD7B2EF-7E00-2F38-E6D3-EDE9173DEDF0}"/>
          </ac:graphicFrameMkLst>
        </pc:graphicFrameChg>
        <pc:graphicFrameChg chg="add mod">
          <ac:chgData name="Meera Muthukrishnan" userId="S::meera@visionempowertrust.org::d828a7ba-2585-4325-b591-73aa0d8f5866" providerId="AD" clId="Web-{579232DC-72FE-B287-2BF3-C081E3943474}" dt="2026-09-07T14:19:18.923" v="164"/>
          <ac:graphicFrameMkLst>
            <pc:docMk/>
            <pc:sldMk cId="3299072245" sldId="344"/>
            <ac:graphicFrameMk id="7" creationId="{A77C4033-2873-5C3D-E597-370C8C861CCC}"/>
          </ac:graphicFrameMkLst>
        </pc:graphicFrameChg>
      </pc:sldChg>
      <pc:sldChg chg="modSp new">
        <pc:chgData name="Meera Muthukrishnan" userId="S::meera@visionempowertrust.org::d828a7ba-2585-4325-b591-73aa0d8f5866" providerId="AD" clId="Web-{579232DC-72FE-B287-2BF3-C081E3943474}" dt="2026-09-08T00:59:16.604" v="925" actId="20577"/>
        <pc:sldMkLst>
          <pc:docMk/>
          <pc:sldMk cId="2650265989" sldId="345"/>
        </pc:sldMkLst>
        <pc:spChg chg="mod">
          <ac:chgData name="Meera Muthukrishnan" userId="S::meera@visionempowertrust.org::d828a7ba-2585-4325-b591-73aa0d8f5866" providerId="AD" clId="Web-{579232DC-72FE-B287-2BF3-C081E3943474}" dt="2026-09-08T00:59:16.604" v="925" actId="20577"/>
          <ac:spMkLst>
            <pc:docMk/>
            <pc:sldMk cId="2650265989" sldId="345"/>
            <ac:spMk id="2" creationId="{7787992D-9B4B-D2CA-7696-6BB400D6B15C}"/>
          </ac:spMkLst>
        </pc:spChg>
        <pc:spChg chg="mod">
          <ac:chgData name="Meera Muthukrishnan" userId="S::meera@visionempowertrust.org::d828a7ba-2585-4325-b591-73aa0d8f5866" providerId="AD" clId="Web-{579232DC-72FE-B287-2BF3-C081E3943474}" dt="2026-09-08T00:59:11.323" v="924" actId="20577"/>
          <ac:spMkLst>
            <pc:docMk/>
            <pc:sldMk cId="2650265989" sldId="345"/>
            <ac:spMk id="3" creationId="{64BBB766-D15B-EBDB-A71E-2C2794715AF3}"/>
          </ac:spMkLst>
        </pc:spChg>
      </pc:sldChg>
      <pc:sldChg chg="modSp new add del modNotes">
        <pc:chgData name="Meera Muthukrishnan" userId="S::meera@visionempowertrust.org::d828a7ba-2585-4325-b591-73aa0d8f5866" providerId="AD" clId="Web-{579232DC-72FE-B287-2BF3-C081E3943474}" dt="2026-09-08T01:30:22.771" v="1399" actId="20577"/>
        <pc:sldMkLst>
          <pc:docMk/>
          <pc:sldMk cId="2341856228" sldId="346"/>
        </pc:sldMkLst>
        <pc:spChg chg="mod">
          <ac:chgData name="Meera Muthukrishnan" userId="S::meera@visionempowertrust.org::d828a7ba-2585-4325-b591-73aa0d8f5866" providerId="AD" clId="Web-{579232DC-72FE-B287-2BF3-C081E3943474}" dt="2026-09-08T01:30:22.771" v="1399" actId="20577"/>
          <ac:spMkLst>
            <pc:docMk/>
            <pc:sldMk cId="2341856228" sldId="346"/>
            <ac:spMk id="2" creationId="{D6323924-15E0-CEB3-1744-92D7293182E2}"/>
          </ac:spMkLst>
        </pc:spChg>
        <pc:spChg chg="mod">
          <ac:chgData name="Meera Muthukrishnan" userId="S::meera@visionempowertrust.org::d828a7ba-2585-4325-b591-73aa0d8f5866" providerId="AD" clId="Web-{579232DC-72FE-B287-2BF3-C081E3943474}" dt="2026-09-08T01:28:17.942" v="1392" actId="14100"/>
          <ac:spMkLst>
            <pc:docMk/>
            <pc:sldMk cId="2341856228" sldId="346"/>
            <ac:spMk id="3" creationId="{4C133B5D-275E-7E6E-3E45-A4036068325F}"/>
          </ac:spMkLst>
        </pc:spChg>
      </pc:sldChg>
      <pc:sldChg chg="modSp new add del ord">
        <pc:chgData name="Meera Muthukrishnan" userId="S::meera@visionempowertrust.org::d828a7ba-2585-4325-b591-73aa0d8f5866" providerId="AD" clId="Web-{579232DC-72FE-B287-2BF3-C081E3943474}" dt="2026-09-07T15:40:21.375" v="530"/>
        <pc:sldMkLst>
          <pc:docMk/>
          <pc:sldMk cId="3707886636" sldId="347"/>
        </pc:sldMkLst>
        <pc:spChg chg="mod">
          <ac:chgData name="Meera Muthukrishnan" userId="S::meera@visionempowertrust.org::d828a7ba-2585-4325-b591-73aa0d8f5866" providerId="AD" clId="Web-{579232DC-72FE-B287-2BF3-C081E3943474}" dt="2026-09-07T15:19:00.495" v="524" actId="20577"/>
          <ac:spMkLst>
            <pc:docMk/>
            <pc:sldMk cId="3707886636" sldId="347"/>
            <ac:spMk id="2" creationId="{3072BD7F-9034-29DE-3FC7-0625F652F7AF}"/>
          </ac:spMkLst>
        </pc:spChg>
      </pc:sldChg>
      <pc:sldChg chg="addSp modSp new">
        <pc:chgData name="Meera Muthukrishnan" userId="S::meera@visionempowertrust.org::d828a7ba-2585-4325-b591-73aa0d8f5866" providerId="AD" clId="Web-{579232DC-72FE-B287-2BF3-C081E3943474}" dt="2026-09-08T01:01:28.189" v="997" actId="1076"/>
        <pc:sldMkLst>
          <pc:docMk/>
          <pc:sldMk cId="4080687406" sldId="348"/>
        </pc:sldMkLst>
        <pc:spChg chg="mod">
          <ac:chgData name="Meera Muthukrishnan" userId="S::meera@visionempowertrust.org::d828a7ba-2585-4325-b591-73aa0d8f5866" providerId="AD" clId="Web-{579232DC-72FE-B287-2BF3-C081E3943474}" dt="2026-09-08T00:59:03.479" v="923" actId="20577"/>
          <ac:spMkLst>
            <pc:docMk/>
            <pc:sldMk cId="4080687406" sldId="348"/>
            <ac:spMk id="2" creationId="{6083B92A-1084-4E2C-358A-CA0C7B86F9BC}"/>
          </ac:spMkLst>
        </pc:spChg>
        <pc:spChg chg="mod">
          <ac:chgData name="Meera Muthukrishnan" userId="S::meera@visionempowertrust.org::d828a7ba-2585-4325-b591-73aa0d8f5866" providerId="AD" clId="Web-{579232DC-72FE-B287-2BF3-C081E3943474}" dt="2026-09-08T00:58:58.354" v="922" actId="20577"/>
          <ac:spMkLst>
            <pc:docMk/>
            <pc:sldMk cId="4080687406" sldId="348"/>
            <ac:spMk id="3" creationId="{C4086208-252C-4D73-98B9-C92C3260433A}"/>
          </ac:spMkLst>
        </pc:spChg>
        <pc:picChg chg="add mod">
          <ac:chgData name="Meera Muthukrishnan" userId="S::meera@visionempowertrust.org::d828a7ba-2585-4325-b591-73aa0d8f5866" providerId="AD" clId="Web-{579232DC-72FE-B287-2BF3-C081E3943474}" dt="2026-09-08T01:01:24.830" v="996" actId="1076"/>
          <ac:picMkLst>
            <pc:docMk/>
            <pc:sldMk cId="4080687406" sldId="348"/>
            <ac:picMk id="4" creationId="{60C1A8A5-5D95-97E1-030A-1694A3361604}"/>
          </ac:picMkLst>
        </pc:picChg>
        <pc:picChg chg="add mod">
          <ac:chgData name="Meera Muthukrishnan" userId="S::meera@visionempowertrust.org::d828a7ba-2585-4325-b591-73aa0d8f5866" providerId="AD" clId="Web-{579232DC-72FE-B287-2BF3-C081E3943474}" dt="2026-09-08T01:01:28.189" v="997" actId="1076"/>
          <ac:picMkLst>
            <pc:docMk/>
            <pc:sldMk cId="4080687406" sldId="348"/>
            <ac:picMk id="5" creationId="{2D338AFE-733C-D160-C00C-BBA85667A959}"/>
          </ac:picMkLst>
        </pc:picChg>
      </pc:sldChg>
      <pc:sldChg chg="modSp new del">
        <pc:chgData name="Meera Muthukrishnan" userId="S::meera@visionempowertrust.org::d828a7ba-2585-4325-b591-73aa0d8f5866" providerId="AD" clId="Web-{579232DC-72FE-B287-2BF3-C081E3943474}" dt="2026-09-08T01:03:10.940" v="1013"/>
        <pc:sldMkLst>
          <pc:docMk/>
          <pc:sldMk cId="979298641" sldId="349"/>
        </pc:sldMkLst>
        <pc:spChg chg="mod">
          <ac:chgData name="Meera Muthukrishnan" userId="S::meera@visionempowertrust.org::d828a7ba-2585-4325-b591-73aa0d8f5866" providerId="AD" clId="Web-{579232DC-72FE-B287-2BF3-C081E3943474}" dt="2026-09-07T14:27:24.569" v="416" actId="20577"/>
          <ac:spMkLst>
            <pc:docMk/>
            <pc:sldMk cId="979298641" sldId="349"/>
            <ac:spMk id="2" creationId="{2C24C578-6751-DE41-4683-1631ECB51073}"/>
          </ac:spMkLst>
        </pc:spChg>
        <pc:spChg chg="mod">
          <ac:chgData name="Meera Muthukrishnan" userId="S::meera@visionempowertrust.org::d828a7ba-2585-4325-b591-73aa0d8f5866" providerId="AD" clId="Web-{579232DC-72FE-B287-2BF3-C081E3943474}" dt="2026-09-07T14:27:32.944" v="420" actId="20577"/>
          <ac:spMkLst>
            <pc:docMk/>
            <pc:sldMk cId="979298641" sldId="349"/>
            <ac:spMk id="3" creationId="{E9899D4C-8A60-8B76-8B68-35E19BEEC330}"/>
          </ac:spMkLst>
        </pc:spChg>
      </pc:sldChg>
      <pc:sldChg chg="addSp modSp new">
        <pc:chgData name="Meera Muthukrishnan" userId="S::meera@visionempowertrust.org::d828a7ba-2585-4325-b591-73aa0d8f5866" providerId="AD" clId="Web-{579232DC-72FE-B287-2BF3-C081E3943474}" dt="2026-09-08T01:30:18.084" v="1398" actId="20577"/>
        <pc:sldMkLst>
          <pc:docMk/>
          <pc:sldMk cId="1956021823" sldId="350"/>
        </pc:sldMkLst>
        <pc:spChg chg="mod">
          <ac:chgData name="Meera Muthukrishnan" userId="S::meera@visionempowertrust.org::d828a7ba-2585-4325-b591-73aa0d8f5866" providerId="AD" clId="Web-{579232DC-72FE-B287-2BF3-C081E3943474}" dt="2026-09-08T01:30:18.084" v="1398" actId="20577"/>
          <ac:spMkLst>
            <pc:docMk/>
            <pc:sldMk cId="1956021823" sldId="350"/>
            <ac:spMk id="2" creationId="{E5A8FF3D-BE73-A585-4D2F-F20A4A43F82F}"/>
          </ac:spMkLst>
        </pc:spChg>
        <pc:spChg chg="mod">
          <ac:chgData name="Meera Muthukrishnan" userId="S::meera@visionempowertrust.org::d828a7ba-2585-4325-b591-73aa0d8f5866" providerId="AD" clId="Web-{579232DC-72FE-B287-2BF3-C081E3943474}" dt="2026-09-08T01:03:19.456" v="1014" actId="20577"/>
          <ac:spMkLst>
            <pc:docMk/>
            <pc:sldMk cId="1956021823" sldId="350"/>
            <ac:spMk id="3" creationId="{4BEB626B-26F6-9FB0-63F4-24A44EE9EB1A}"/>
          </ac:spMkLst>
        </pc:spChg>
        <pc:picChg chg="add mod">
          <ac:chgData name="Meera Muthukrishnan" userId="S::meera@visionempowertrust.org::d828a7ba-2585-4325-b591-73aa0d8f5866" providerId="AD" clId="Web-{579232DC-72FE-B287-2BF3-C081E3943474}" dt="2026-09-07T14:29:06.070" v="437"/>
          <ac:picMkLst>
            <pc:docMk/>
            <pc:sldMk cId="1956021823" sldId="350"/>
            <ac:picMk id="4" creationId="{95B77155-D27E-77F8-87BA-F0EBBD3C3414}"/>
          </ac:picMkLst>
        </pc:picChg>
      </pc:sldChg>
      <pc:sldChg chg="addSp modSp new">
        <pc:chgData name="Meera Muthukrishnan" userId="S::meera@visionempowertrust.org::d828a7ba-2585-4325-b591-73aa0d8f5866" providerId="AD" clId="Web-{579232DC-72FE-B287-2BF3-C081E3943474}" dt="2026-09-08T01:30:08.006" v="1396" actId="20577"/>
        <pc:sldMkLst>
          <pc:docMk/>
          <pc:sldMk cId="65173685" sldId="351"/>
        </pc:sldMkLst>
        <pc:spChg chg="mod">
          <ac:chgData name="Meera Muthukrishnan" userId="S::meera@visionempowertrust.org::d828a7ba-2585-4325-b591-73aa0d8f5866" providerId="AD" clId="Web-{579232DC-72FE-B287-2BF3-C081E3943474}" dt="2026-09-08T01:30:08.006" v="1396" actId="20577"/>
          <ac:spMkLst>
            <pc:docMk/>
            <pc:sldMk cId="65173685" sldId="351"/>
            <ac:spMk id="2" creationId="{408B4817-F96B-521D-DB38-8B7C830B3CEC}"/>
          </ac:spMkLst>
        </pc:spChg>
        <pc:spChg chg="mod">
          <ac:chgData name="Meera Muthukrishnan" userId="S::meera@visionempowertrust.org::d828a7ba-2585-4325-b591-73aa0d8f5866" providerId="AD" clId="Web-{579232DC-72FE-B287-2BF3-C081E3943474}" dt="2026-09-08T00:54:21.710" v="836" actId="20577"/>
          <ac:spMkLst>
            <pc:docMk/>
            <pc:sldMk cId="65173685" sldId="351"/>
            <ac:spMk id="3" creationId="{D351E6D3-A6D5-0E15-D18C-E293FE6BE7EE}"/>
          </ac:spMkLst>
        </pc:spChg>
        <pc:picChg chg="add mod">
          <ac:chgData name="Meera Muthukrishnan" userId="S::meera@visionempowertrust.org::d828a7ba-2585-4325-b591-73aa0d8f5866" providerId="AD" clId="Web-{579232DC-72FE-B287-2BF3-C081E3943474}" dt="2026-09-08T01:01:39.705" v="1001" actId="1076"/>
          <ac:picMkLst>
            <pc:docMk/>
            <pc:sldMk cId="65173685" sldId="351"/>
            <ac:picMk id="4" creationId="{AB3232CB-2362-30FD-8A6D-F0DA44240415}"/>
          </ac:picMkLst>
        </pc:picChg>
        <pc:picChg chg="add mod">
          <ac:chgData name="Meera Muthukrishnan" userId="S::meera@visionempowertrust.org::d828a7ba-2585-4325-b591-73aa0d8f5866" providerId="AD" clId="Web-{579232DC-72FE-B287-2BF3-C081E3943474}" dt="2026-09-08T01:01:36.986" v="1000" actId="1076"/>
          <ac:picMkLst>
            <pc:docMk/>
            <pc:sldMk cId="65173685" sldId="351"/>
            <ac:picMk id="5" creationId="{DB483EBF-3077-3E0B-91C1-7D08CC60BE6C}"/>
          </ac:picMkLst>
        </pc:picChg>
      </pc:sldChg>
      <pc:sldChg chg="addSp delSp modSp new">
        <pc:chgData name="Meera Muthukrishnan" userId="S::meera@visionempowertrust.org::d828a7ba-2585-4325-b591-73aa0d8f5866" providerId="AD" clId="Web-{579232DC-72FE-B287-2BF3-C081E3943474}" dt="2026-09-08T01:30:12.849" v="1397" actId="20577"/>
        <pc:sldMkLst>
          <pc:docMk/>
          <pc:sldMk cId="2755870400" sldId="352"/>
        </pc:sldMkLst>
        <pc:spChg chg="mod">
          <ac:chgData name="Meera Muthukrishnan" userId="S::meera@visionempowertrust.org::d828a7ba-2585-4325-b591-73aa0d8f5866" providerId="AD" clId="Web-{579232DC-72FE-B287-2BF3-C081E3943474}" dt="2026-09-08T01:30:12.849" v="1397" actId="20577"/>
          <ac:spMkLst>
            <pc:docMk/>
            <pc:sldMk cId="2755870400" sldId="352"/>
            <ac:spMk id="2" creationId="{F0050285-8739-C280-80A4-AC1E92662CA9}"/>
          </ac:spMkLst>
        </pc:spChg>
        <pc:spChg chg="mod">
          <ac:chgData name="Meera Muthukrishnan" userId="S::meera@visionempowertrust.org::d828a7ba-2585-4325-b591-73aa0d8f5866" providerId="AD" clId="Web-{579232DC-72FE-B287-2BF3-C081E3943474}" dt="2026-09-08T00:56:52.650" v="864" actId="20577"/>
          <ac:spMkLst>
            <pc:docMk/>
            <pc:sldMk cId="2755870400" sldId="352"/>
            <ac:spMk id="3" creationId="{F4EADE64-FAC4-E24D-4906-DC1255435947}"/>
          </ac:spMkLst>
        </pc:spChg>
        <pc:picChg chg="add del mod">
          <ac:chgData name="Meera Muthukrishnan" userId="S::meera@visionempowertrust.org::d828a7ba-2585-4325-b591-73aa0d8f5866" providerId="AD" clId="Web-{579232DC-72FE-B287-2BF3-C081E3943474}" dt="2026-09-08T01:02:47.831" v="1008"/>
          <ac:picMkLst>
            <pc:docMk/>
            <pc:sldMk cId="2755870400" sldId="352"/>
            <ac:picMk id="4" creationId="{D9923C88-E7F6-05D9-5AEB-D367ED73A8E9}"/>
          </ac:picMkLst>
        </pc:picChg>
        <pc:picChg chg="add mod">
          <ac:chgData name="Meera Muthukrishnan" userId="S::meera@visionempowertrust.org::d828a7ba-2585-4325-b591-73aa0d8f5866" providerId="AD" clId="Web-{579232DC-72FE-B287-2BF3-C081E3943474}" dt="2026-09-08T01:02:28.018" v="1006" actId="1076"/>
          <ac:picMkLst>
            <pc:docMk/>
            <pc:sldMk cId="2755870400" sldId="352"/>
            <ac:picMk id="6" creationId="{72D52128-2D3F-A724-89D6-CC5D758D7087}"/>
          </ac:picMkLst>
        </pc:picChg>
        <pc:picChg chg="add mod">
          <ac:chgData name="Meera Muthukrishnan" userId="S::meera@visionempowertrust.org::d828a7ba-2585-4325-b591-73aa0d8f5866" providerId="AD" clId="Web-{579232DC-72FE-B287-2BF3-C081E3943474}" dt="2026-09-08T01:03:00.237" v="1012" actId="14100"/>
          <ac:picMkLst>
            <pc:docMk/>
            <pc:sldMk cId="2755870400" sldId="352"/>
            <ac:picMk id="7" creationId="{00DB8AAA-980F-EF7B-B021-C9FEA015F279}"/>
          </ac:picMkLst>
        </pc:picChg>
      </pc:sldChg>
      <pc:sldChg chg="modSp new del">
        <pc:chgData name="Meera Muthukrishnan" userId="S::meera@visionempowertrust.org::d828a7ba-2585-4325-b591-73aa0d8f5866" providerId="AD" clId="Web-{579232DC-72FE-B287-2BF3-C081E3943474}" dt="2026-09-07T15:40:33.079" v="531"/>
        <pc:sldMkLst>
          <pc:docMk/>
          <pc:sldMk cId="1945471632" sldId="353"/>
        </pc:sldMkLst>
        <pc:spChg chg="mod">
          <ac:chgData name="Meera Muthukrishnan" userId="S::meera@visionempowertrust.org::d828a7ba-2585-4325-b591-73aa0d8f5866" providerId="AD" clId="Web-{579232DC-72FE-B287-2BF3-C081E3943474}" dt="2026-09-07T15:38:03.891" v="526" actId="20577"/>
          <ac:spMkLst>
            <pc:docMk/>
            <pc:sldMk cId="1945471632" sldId="353"/>
            <ac:spMk id="2" creationId="{CFEA7A1A-03A3-2490-E509-69F24D64070A}"/>
          </ac:spMkLst>
        </pc:spChg>
      </pc:sldChg>
      <pc:sldChg chg="addSp delSp modSp new add del modNotes">
        <pc:chgData name="Meera Muthukrishnan" userId="S::meera@visionempowertrust.org::d828a7ba-2585-4325-b591-73aa0d8f5866" providerId="AD" clId="Web-{579232DC-72FE-B287-2BF3-C081E3943474}" dt="2026-09-08T01:28:28.442" v="1393"/>
        <pc:sldMkLst>
          <pc:docMk/>
          <pc:sldMk cId="3841251535" sldId="353"/>
        </pc:sldMkLst>
        <pc:spChg chg="del">
          <ac:chgData name="Meera Muthukrishnan" userId="S::meera@visionempowertrust.org::d828a7ba-2585-4325-b591-73aa0d8f5866" providerId="AD" clId="Web-{579232DC-72FE-B287-2BF3-C081E3943474}" dt="2026-09-08T01:13:01.994" v="1102"/>
          <ac:spMkLst>
            <pc:docMk/>
            <pc:sldMk cId="3841251535" sldId="353"/>
            <ac:spMk id="2" creationId="{289A6C5E-C79F-0325-5C15-FDD16A75B776}"/>
          </ac:spMkLst>
        </pc:spChg>
        <pc:spChg chg="del">
          <ac:chgData name="Meera Muthukrishnan" userId="S::meera@visionempowertrust.org::d828a7ba-2585-4325-b591-73aa0d8f5866" providerId="AD" clId="Web-{579232DC-72FE-B287-2BF3-C081E3943474}" dt="2026-09-08T01:09:24.054" v="1059"/>
          <ac:spMkLst>
            <pc:docMk/>
            <pc:sldMk cId="3841251535" sldId="353"/>
            <ac:spMk id="3" creationId="{E932D77C-BB6D-5193-D76C-6D875BE30F44}"/>
          </ac:spMkLst>
        </pc:spChg>
        <pc:picChg chg="add mod">
          <ac:chgData name="Meera Muthukrishnan" userId="S::meera@visionempowertrust.org::d828a7ba-2585-4325-b591-73aa0d8f5866" providerId="AD" clId="Web-{579232DC-72FE-B287-2BF3-C081E3943474}" dt="2026-09-08T01:21:58.453" v="1117" actId="1076"/>
          <ac:picMkLst>
            <pc:docMk/>
            <pc:sldMk cId="3841251535" sldId="353"/>
            <ac:picMk id="3" creationId="{2E2A024D-7F8C-57B0-50F2-266E6949FB7D}"/>
          </ac:picMkLst>
        </pc:picChg>
        <pc:picChg chg="add mod ord">
          <ac:chgData name="Meera Muthukrishnan" userId="S::meera@visionempowertrust.org::d828a7ba-2585-4325-b591-73aa0d8f5866" providerId="AD" clId="Web-{579232DC-72FE-B287-2BF3-C081E3943474}" dt="2026-09-08T01:21:36.937" v="1107" actId="1076"/>
          <ac:picMkLst>
            <pc:docMk/>
            <pc:sldMk cId="3841251535" sldId="353"/>
            <ac:picMk id="4" creationId="{664CF9C6-FAEA-6B78-407E-4D6F6011076A}"/>
          </ac:picMkLst>
        </pc:picChg>
        <pc:picChg chg="add mod">
          <ac:chgData name="Meera Muthukrishnan" userId="S::meera@visionempowertrust.org::d828a7ba-2585-4325-b591-73aa0d8f5866" providerId="AD" clId="Web-{579232DC-72FE-B287-2BF3-C081E3943474}" dt="2026-09-08T01:21:40.062" v="1108" actId="1076"/>
          <ac:picMkLst>
            <pc:docMk/>
            <pc:sldMk cId="3841251535" sldId="353"/>
            <ac:picMk id="5" creationId="{4C7DCC8C-74F9-444A-09A0-B15CBAE6B874}"/>
          </ac:picMkLst>
        </pc:picChg>
        <pc:picChg chg="add mod">
          <ac:chgData name="Meera Muthukrishnan" userId="S::meera@visionempowertrust.org::d828a7ba-2585-4325-b591-73aa0d8f5866" providerId="AD" clId="Web-{579232DC-72FE-B287-2BF3-C081E3943474}" dt="2026-09-08T01:22:00.188" v="1118" actId="1076"/>
          <ac:picMkLst>
            <pc:docMk/>
            <pc:sldMk cId="3841251535" sldId="353"/>
            <ac:picMk id="6" creationId="{D5865697-489F-5988-FBED-D3C4FC3A040D}"/>
          </ac:picMkLst>
        </pc:picChg>
        <pc:picChg chg="add del mod">
          <ac:chgData name="Meera Muthukrishnan" userId="S::meera@visionempowertrust.org::d828a7ba-2585-4325-b591-73aa0d8f5866" providerId="AD" clId="Web-{579232DC-72FE-B287-2BF3-C081E3943474}" dt="2026-09-08T01:28:28.442" v="1393"/>
          <ac:picMkLst>
            <pc:docMk/>
            <pc:sldMk cId="3841251535" sldId="353"/>
            <ac:picMk id="7" creationId="{E05DD29C-6F49-4DC7-E0E1-297BF7B8C39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7A0245-1B14-45E4-B4E6-C291D8A45656}" type="datetimeFigureOut">
              <a:rPr lang="en-US" smtClean="0"/>
              <a:t>9/7/2026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53AED3-0772-43EB-951B-DC25393A8554}" type="slidenum">
              <a:rPr lang="en-US" smtClean="0"/>
              <a:t>‹#›</a:t>
            </a:fld>
            <a:endParaRPr lang="en-US"/>
          </a:p>
        </p:txBody>
      </p:sp>
    </p:spTree>
    <p:extLst>
      <p:ext uri="{BB962C8B-B14F-4D97-AF65-F5344CB8AC3E}">
        <p14:creationId xmlns:p14="http://schemas.microsoft.com/office/powerpoint/2010/main" val="1458129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support.microsoft.com/en-us/microsoft-copilot/privacy-faq-for-microsoft-copilot"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support.bemyeyes.com/hc/en-us/articles/18133134809105-Using-Be-My-AI?utm_source=chatgpt.com"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Common risks across Seeing AI, Be My AI and Copilot</a:t>
            </a:r>
          </a:p>
          <a:p>
            <a:r>
              <a:rPr lang="en-US" b="1" dirty="0"/>
              <a:t>AI can be wrong even when it sounds confident.</a:t>
            </a:r>
            <a:br>
              <a:rPr lang="en-US" b="1" dirty="0">
                <a:cs typeface="+mn-lt"/>
              </a:rPr>
            </a:br>
            <a:r>
              <a:rPr lang="en-US" b="1" dirty="0"/>
              <a:t> These tools may give useful descriptions or answers, but they can misread text, miss details, describe an image incorrectly, or give incomplete information. Microsoft says Copilot can make mistakes, and Be My Eyes states that Be My AI output may contain hallucinations or be inaccurate. </a:t>
            </a:r>
            <a:endParaRPr lang="en-US"/>
          </a:p>
          <a:p>
            <a:r>
              <a:rPr lang="en-US" b="1" dirty="0"/>
              <a:t>They should not be used as the final authority in high-risk situations.</a:t>
            </a:r>
            <a:br>
              <a:rPr lang="en-US" b="1" dirty="0">
                <a:cs typeface="+mn-lt"/>
              </a:rPr>
            </a:br>
            <a:r>
              <a:rPr lang="en-US" b="1" dirty="0"/>
              <a:t> VI users should avoid depending only on AI for medicines, dosage, allergens, road crossing, legal documents, exams, financial transactions, identity verification, or emergency decisions. Be My Eyes specifically says not to use Be My AI for scanning medicines, reading dosages, or other safety issues. </a:t>
            </a:r>
            <a:endParaRPr lang="en-US"/>
          </a:p>
          <a:p>
            <a:r>
              <a:rPr lang="en-US" b="1" dirty="0"/>
              <a:t>Image descriptions may miss context.</a:t>
            </a:r>
            <a:br>
              <a:rPr lang="en-US" b="1" dirty="0">
                <a:cs typeface="+mn-lt"/>
              </a:rPr>
            </a:br>
            <a:r>
              <a:rPr lang="en-US" b="1" dirty="0"/>
              <a:t> An AI tool may describe what is visible in a picture but may not understand the real situation, urgency, cultural context, safety risk, or learning objective. This is especially important for classroom diagrams, mobility, labels, and official documents.</a:t>
            </a:r>
            <a:endParaRPr lang="en-US"/>
          </a:p>
          <a:p>
            <a:r>
              <a:rPr lang="en-US" b="1" dirty="0"/>
              <a:t>Privacy must be protected.</a:t>
            </a:r>
            <a:br>
              <a:rPr lang="en-US" b="1" dirty="0">
                <a:cs typeface="+mn-lt"/>
              </a:rPr>
            </a:br>
            <a:r>
              <a:rPr lang="en-US" b="1" dirty="0"/>
              <a:t> Photos, chats, prompts, uploaded documents, or camera/screen content may be processed by the service provider. Be My Eyes explains that photos and chats submitted to Be My AI are processed to provide descriptions and follow-up options, while Microsoft Copilot processes prompts and conversation context to generate responses. </a:t>
            </a:r>
            <a:endParaRPr lang="en-US"/>
          </a:p>
          <a:p>
            <a:r>
              <a:rPr lang="en-US" b="1" dirty="0"/>
              <a:t>AI may increase overdependence.</a:t>
            </a:r>
            <a:br>
              <a:rPr lang="en-US" b="1" dirty="0">
                <a:cs typeface="+mn-lt"/>
              </a:rPr>
            </a:br>
            <a:r>
              <a:rPr lang="en-US" b="1" dirty="0"/>
              <a:t> Students and adults may start accepting AI output without thinking, checking, or asking for help. The safe message is: AI supports independence, but responsible independence includes verification.</a:t>
            </a:r>
            <a:endParaRPr lang="en-US"/>
          </a:p>
          <a:p>
            <a:br>
              <a:rPr lang="en-US" dirty="0"/>
            </a:br>
            <a:endParaRPr lang="en-US" dirty="0"/>
          </a:p>
          <a:p>
            <a:r>
              <a:rPr lang="en-US" dirty="0"/>
              <a:t>2. Seeing AI: risks and limitations</a:t>
            </a:r>
          </a:p>
          <a:p>
            <a:r>
              <a:rPr lang="en-US" dirty="0"/>
              <a:t>Seeing AI is useful for reading text, documents, products, currency, scenes, </a:t>
            </a:r>
            <a:r>
              <a:rPr lang="en-US" dirty="0" err="1"/>
              <a:t>colours</a:t>
            </a:r>
            <a:r>
              <a:rPr lang="en-US" dirty="0"/>
              <a:t>, light, and photos. Microsoft describes Seeing AI as an app that narrates the world for blind and low-vision users, with features such as richer photo descriptions and document chat. </a:t>
            </a:r>
          </a:p>
          <a:p>
            <a:pPr algn="ctr"/>
            <a:r>
              <a:rPr lang="en-US" b="1" dirty="0"/>
              <a:t>Area</a:t>
            </a:r>
            <a:endParaRPr lang="en-US"/>
          </a:p>
          <a:p>
            <a:pPr algn="ctr"/>
            <a:r>
              <a:rPr lang="en-US" b="1" dirty="0"/>
              <a:t>Risk / limitation</a:t>
            </a:r>
            <a:endParaRPr lang="en-US"/>
          </a:p>
          <a:p>
            <a:pPr algn="ctr"/>
            <a:r>
              <a:rPr lang="en-US" b="1" dirty="0"/>
              <a:t>What VI users should do</a:t>
            </a:r>
            <a:endParaRPr lang="en-US" dirty="0"/>
          </a:p>
          <a:p>
            <a:r>
              <a:rPr lang="en-US" b="1" dirty="0"/>
              <a:t>Text reading</a:t>
            </a:r>
            <a:endParaRPr lang="en-US"/>
          </a:p>
          <a:p>
            <a:r>
              <a:rPr lang="en-US" dirty="0"/>
              <a:t>OCR may misread unclear print, handwritten text, poor lighting, unusual fonts, or damaged pages.</a:t>
            </a:r>
          </a:p>
          <a:p>
            <a:r>
              <a:rPr lang="en-US" dirty="0"/>
              <a:t>Re-scan, improve lighting, or verify important text.</a:t>
            </a:r>
          </a:p>
          <a:p>
            <a:r>
              <a:rPr lang="en-US" b="1" dirty="0"/>
              <a:t>Documents</a:t>
            </a:r>
            <a:endParaRPr lang="en-US"/>
          </a:p>
          <a:p>
            <a:r>
              <a:rPr lang="en-US" dirty="0"/>
              <a:t>Layout, tables, columns, </a:t>
            </a:r>
            <a:r>
              <a:rPr lang="en-US" dirty="0" err="1"/>
              <a:t>maths</a:t>
            </a:r>
            <a:r>
              <a:rPr lang="en-US" dirty="0"/>
              <a:t>, signatures, stamps, or handwritten notes may not be read correctly.</a:t>
            </a:r>
          </a:p>
          <a:p>
            <a:r>
              <a:rPr lang="en-US" dirty="0"/>
              <a:t>Use for first access, but check important documents with a trusted person or accessible source.</a:t>
            </a:r>
          </a:p>
          <a:p>
            <a:r>
              <a:rPr lang="en-US" b="1" dirty="0"/>
              <a:t>Product/barcode reading</a:t>
            </a:r>
            <a:endParaRPr lang="en-US"/>
          </a:p>
          <a:p>
            <a:r>
              <a:rPr lang="en-US" dirty="0"/>
              <a:t>Product information may be incomplete or unavailable. Packaging changes may not match database information.</a:t>
            </a:r>
          </a:p>
          <a:p>
            <a:r>
              <a:rPr lang="en-US" dirty="0"/>
              <a:t>Do not rely on it for allergens, expiry dates, or medicine instructions.</a:t>
            </a:r>
          </a:p>
          <a:p>
            <a:r>
              <a:rPr lang="en-US" b="1" dirty="0"/>
              <a:t>Currency recognition</a:t>
            </a:r>
            <a:endParaRPr lang="en-US"/>
          </a:p>
          <a:p>
            <a:r>
              <a:rPr lang="en-US" dirty="0"/>
              <a:t>Folded, torn, old, or unfamiliar notes may be misidentified.</a:t>
            </a:r>
          </a:p>
          <a:p>
            <a:r>
              <a:rPr lang="en-US" dirty="0"/>
              <a:t>Verify large-value transactions.</a:t>
            </a:r>
          </a:p>
          <a:p>
            <a:r>
              <a:rPr lang="en-US" b="1" dirty="0" err="1"/>
              <a:t>Colour</a:t>
            </a:r>
            <a:r>
              <a:rPr lang="en-US" b="1" dirty="0"/>
              <a:t> recognition</a:t>
            </a:r>
            <a:endParaRPr lang="en-US"/>
          </a:p>
          <a:p>
            <a:r>
              <a:rPr lang="en-US" dirty="0"/>
              <a:t>It identifies perceived </a:t>
            </a:r>
            <a:r>
              <a:rPr lang="en-US" dirty="0" err="1"/>
              <a:t>colour</a:t>
            </a:r>
            <a:r>
              <a:rPr lang="en-US" dirty="0"/>
              <a:t>, which can change with lighting and camera angle.</a:t>
            </a:r>
          </a:p>
          <a:p>
            <a:r>
              <a:rPr lang="en-US" dirty="0"/>
              <a:t>Use as guidance, not as exact confirmation.</a:t>
            </a:r>
          </a:p>
          <a:p>
            <a:r>
              <a:rPr lang="en-US" b="1" dirty="0"/>
              <a:t>Scene description</a:t>
            </a:r>
            <a:endParaRPr lang="en-US"/>
          </a:p>
          <a:p>
            <a:r>
              <a:rPr lang="en-US" dirty="0"/>
              <a:t>Scene descriptions may be general and may miss obstacles, people movement, danger, or important details.</a:t>
            </a:r>
          </a:p>
          <a:p>
            <a:r>
              <a:rPr lang="en-US" dirty="0"/>
              <a:t>Do not use it for road crossing or safety-critical navigation.</a:t>
            </a:r>
          </a:p>
          <a:p>
            <a:r>
              <a:rPr lang="en-US" b="1" dirty="0"/>
              <a:t>Person description</a:t>
            </a:r>
            <a:endParaRPr lang="en-US"/>
          </a:p>
          <a:p>
            <a:r>
              <a:rPr lang="en-US" dirty="0"/>
              <a:t>Describing age, emotion, appearance, or identity can be unreliable or sensitive.</a:t>
            </a:r>
          </a:p>
          <a:p>
            <a:r>
              <a:rPr lang="en-US" dirty="0"/>
              <a:t>Avoid using it for identity confirmation or sensitive judgments.</a:t>
            </a:r>
          </a:p>
          <a:p>
            <a:br>
              <a:rPr lang="en-US" dirty="0"/>
            </a:br>
            <a:endParaRPr lang="en-US" dirty="0"/>
          </a:p>
          <a:p>
            <a:r>
              <a:rPr lang="en-US" dirty="0"/>
              <a:t>3. Be My AI: risks and limitations</a:t>
            </a:r>
          </a:p>
          <a:p>
            <a:r>
              <a:rPr lang="en-US" dirty="0"/>
              <a:t>Be My AI can describe photos and answer follow-up questions, and users can still move from AI support to a human volunteer when needed. </a:t>
            </a:r>
          </a:p>
          <a:p>
            <a:pPr algn="ctr"/>
            <a:r>
              <a:rPr lang="en-US" b="1" dirty="0"/>
              <a:t>Area</a:t>
            </a:r>
            <a:endParaRPr lang="en-US"/>
          </a:p>
          <a:p>
            <a:pPr algn="ctr"/>
            <a:r>
              <a:rPr lang="en-US" b="1" dirty="0"/>
              <a:t>Risk / limitation</a:t>
            </a:r>
            <a:endParaRPr lang="en-US"/>
          </a:p>
          <a:p>
            <a:pPr algn="ctr"/>
            <a:r>
              <a:rPr lang="en-US" b="1" dirty="0"/>
              <a:t>What VI users should do</a:t>
            </a:r>
            <a:endParaRPr lang="en-US"/>
          </a:p>
          <a:p>
            <a:r>
              <a:rPr lang="en-US" b="1" dirty="0"/>
              <a:t>Photo description</a:t>
            </a:r>
            <a:endParaRPr lang="en-US"/>
          </a:p>
          <a:p>
            <a:r>
              <a:rPr lang="en-US" dirty="0"/>
              <a:t>It may describe people, places, objects, or facts incorrectly.</a:t>
            </a:r>
          </a:p>
          <a:p>
            <a:r>
              <a:rPr lang="en-US" dirty="0"/>
              <a:t>Ask follow-up questions and verify important details.</a:t>
            </a:r>
          </a:p>
          <a:p>
            <a:r>
              <a:rPr lang="en-US" b="1" dirty="0"/>
              <a:t>Follow-up answers</a:t>
            </a:r>
            <a:endParaRPr lang="en-US"/>
          </a:p>
          <a:p>
            <a:r>
              <a:rPr lang="en-US" dirty="0"/>
              <a:t>The answer may sound confident but still be wrong.</a:t>
            </a:r>
          </a:p>
          <a:p>
            <a:r>
              <a:rPr lang="en-US" dirty="0"/>
              <a:t>Treat it as a helpful guess, not final truth.</a:t>
            </a:r>
          </a:p>
          <a:p>
            <a:r>
              <a:rPr lang="en-US" b="1" dirty="0"/>
              <a:t>Medicines and safety</a:t>
            </a:r>
            <a:endParaRPr lang="en-US"/>
          </a:p>
          <a:p>
            <a:r>
              <a:rPr lang="en-US" dirty="0"/>
              <a:t>Be My Eyes advises users not to use Be My AI for medicines, dosages, or safety issues.</a:t>
            </a:r>
          </a:p>
          <a:p>
            <a:r>
              <a:rPr lang="en-US" dirty="0"/>
              <a:t>Use a pharmacist, doctor, caregiver, teacher, or volunteer.</a:t>
            </a:r>
          </a:p>
          <a:p>
            <a:r>
              <a:rPr lang="en-US" b="1" dirty="0"/>
              <a:t>Privacy</a:t>
            </a:r>
            <a:endParaRPr lang="en-US"/>
          </a:p>
          <a:p>
            <a:r>
              <a:rPr lang="en-US" dirty="0"/>
              <a:t>Photos and questions submitted to Be My AI are processed to provide the service.</a:t>
            </a:r>
          </a:p>
          <a:p>
            <a:r>
              <a:rPr lang="en-US" dirty="0"/>
              <a:t>Avoid uploading student faces, IDs, certificates, medical information, confidential documents, or private locations.</a:t>
            </a:r>
          </a:p>
          <a:p>
            <a:r>
              <a:rPr lang="en-US" b="1" dirty="0"/>
              <a:t>Human support still needed</a:t>
            </a:r>
            <a:endParaRPr lang="en-US"/>
          </a:p>
          <a:p>
            <a:r>
              <a:rPr lang="en-US" dirty="0"/>
              <a:t>AI may not understand sensitive or complex situations.</a:t>
            </a:r>
          </a:p>
          <a:p>
            <a:r>
              <a:rPr lang="en-US" dirty="0"/>
              <a:t>Use the volunteer option when human judgment is needed.</a:t>
            </a:r>
          </a:p>
          <a:p>
            <a:br>
              <a:rPr lang="en-US" dirty="0"/>
            </a:br>
            <a:endParaRPr lang="en-US" dirty="0"/>
          </a:p>
          <a:p>
            <a:r>
              <a:rPr lang="en-US" dirty="0"/>
              <a:t>4. Copilot: risks and limitations</a:t>
            </a:r>
          </a:p>
          <a:p>
            <a:r>
              <a:rPr lang="en-US" dirty="0"/>
              <a:t>Copilot can help VI users with writing, </a:t>
            </a:r>
            <a:r>
              <a:rPr lang="en-US" dirty="0" err="1"/>
              <a:t>summarising</a:t>
            </a:r>
            <a:r>
              <a:rPr lang="en-US" dirty="0"/>
              <a:t>, explaining, translation, brainstorming, and document understanding. But Microsoft clearly states that Copilot can make mistakes and that users should validate output before acting on it. </a:t>
            </a:r>
          </a:p>
          <a:p>
            <a:pPr algn="ctr"/>
            <a:r>
              <a:rPr lang="en-US" b="1" dirty="0"/>
              <a:t>Area</a:t>
            </a:r>
            <a:endParaRPr lang="en-US"/>
          </a:p>
          <a:p>
            <a:pPr algn="ctr"/>
            <a:r>
              <a:rPr lang="en-US" b="1" dirty="0"/>
              <a:t>Risk / limitation</a:t>
            </a:r>
            <a:endParaRPr lang="en-US"/>
          </a:p>
          <a:p>
            <a:pPr algn="ctr"/>
            <a:r>
              <a:rPr lang="en-US" b="1" dirty="0"/>
              <a:t>What VI users should do</a:t>
            </a:r>
            <a:endParaRPr lang="en-US"/>
          </a:p>
          <a:p>
            <a:r>
              <a:rPr lang="en-US" b="1" dirty="0"/>
              <a:t>Facts and explanations</a:t>
            </a:r>
            <a:endParaRPr lang="en-US"/>
          </a:p>
          <a:p>
            <a:r>
              <a:rPr lang="en-US" dirty="0"/>
              <a:t>It may give incomplete, inaccurate, or fabricated answers.</a:t>
            </a:r>
          </a:p>
          <a:p>
            <a:r>
              <a:rPr lang="en-US" dirty="0"/>
              <a:t>Ask for sources and verify with trusted material.</a:t>
            </a:r>
          </a:p>
          <a:p>
            <a:r>
              <a:rPr lang="en-US" b="1" dirty="0"/>
              <a:t>Reports and summaries</a:t>
            </a:r>
            <a:endParaRPr lang="en-US"/>
          </a:p>
          <a:p>
            <a:r>
              <a:rPr lang="en-US" dirty="0"/>
              <a:t>It may omit key points or change the meaning.</a:t>
            </a:r>
          </a:p>
          <a:p>
            <a:r>
              <a:rPr lang="en-US" dirty="0"/>
              <a:t>Compare with the original document before using.</a:t>
            </a:r>
          </a:p>
          <a:p>
            <a:r>
              <a:rPr lang="en-US" b="1" dirty="0"/>
              <a:t>Translation</a:t>
            </a:r>
            <a:endParaRPr lang="en-US"/>
          </a:p>
          <a:p>
            <a:r>
              <a:rPr lang="en-US" dirty="0"/>
              <a:t>It may translate words but miss local context, disability-sensitive language, or educational meaning.</a:t>
            </a:r>
          </a:p>
          <a:p>
            <a:r>
              <a:rPr lang="en-US" dirty="0"/>
              <a:t>Human review is needed before circulation.</a:t>
            </a:r>
          </a:p>
          <a:p>
            <a:r>
              <a:rPr lang="en-US" b="1" dirty="0"/>
              <a:t>Data privacy</a:t>
            </a:r>
            <a:endParaRPr lang="en-US"/>
          </a:p>
          <a:p>
            <a:r>
              <a:rPr lang="en-US" dirty="0"/>
              <a:t>Prompts, files, images, voice, screen or camera content may be processed depending on the Copilot version and account type.</a:t>
            </a:r>
          </a:p>
          <a:p>
            <a:r>
              <a:rPr lang="en-US" dirty="0"/>
              <a:t>Do not enter confidential student, teacher, HR, finance, or donor information into public tools.</a:t>
            </a:r>
          </a:p>
          <a:p>
            <a:r>
              <a:rPr lang="en-US" b="1" dirty="0"/>
              <a:t>Decision-making</a:t>
            </a:r>
            <a:endParaRPr lang="en-US"/>
          </a:p>
          <a:p>
            <a:r>
              <a:rPr lang="en-US" dirty="0"/>
              <a:t>It may make recommendations that sound professional but are not suitable.</a:t>
            </a:r>
          </a:p>
          <a:p>
            <a:r>
              <a:rPr lang="en-US" dirty="0"/>
              <a:t>Use human judgment for final decisions.</a:t>
            </a:r>
          </a:p>
          <a:p>
            <a:r>
              <a:rPr lang="en-US" b="1" dirty="0"/>
              <a:t>Voice input</a:t>
            </a:r>
            <a:endParaRPr lang="en-US"/>
          </a:p>
          <a:p>
            <a:r>
              <a:rPr lang="en-US" dirty="0"/>
              <a:t>Speech quality, background noise, accent, and vocabulary may affect how well Copilot understands the user.</a:t>
            </a:r>
          </a:p>
          <a:p>
            <a:r>
              <a:rPr lang="en-US" dirty="0"/>
              <a:t>Check the prompt before trusting the answer.</a:t>
            </a:r>
          </a:p>
          <a:p>
            <a:br>
              <a:rPr lang="en-US" dirty="0"/>
            </a:br>
            <a:endParaRPr lang="en-US" dirty="0"/>
          </a:p>
          <a:p>
            <a:r>
              <a:rPr lang="en-US" dirty="0"/>
              <a:t>Simple safety rule for VI users</a:t>
            </a:r>
          </a:p>
          <a:p>
            <a:r>
              <a:rPr lang="en-US" b="1" dirty="0"/>
              <a:t>Use AI for first access, not final confirmation.</a:t>
            </a:r>
            <a:endParaRPr lang="en-US"/>
          </a:p>
          <a:p>
            <a:r>
              <a:rPr lang="en-US" dirty="0"/>
              <a:t>A good habit is:</a:t>
            </a:r>
          </a:p>
          <a:p>
            <a:r>
              <a:rPr lang="en-US" b="1" dirty="0"/>
              <a:t>Pause – Check – Verify – Decide</a:t>
            </a:r>
            <a:endParaRPr lang="en-US"/>
          </a:p>
          <a:p>
            <a:r>
              <a:rPr lang="en-US" b="1" dirty="0"/>
              <a:t>Pause:</a:t>
            </a:r>
            <a:r>
              <a:rPr lang="en-US" dirty="0"/>
              <a:t> Is this a low-risk or high-risk task?</a:t>
            </a:r>
            <a:br>
              <a:rPr lang="en-US" dirty="0">
                <a:cs typeface="+mn-lt"/>
              </a:rPr>
            </a:br>
            <a:r>
              <a:rPr lang="en-US" dirty="0"/>
              <a:t> </a:t>
            </a:r>
            <a:r>
              <a:rPr lang="en-US" b="1" dirty="0"/>
              <a:t>Check:</a:t>
            </a:r>
            <a:r>
              <a:rPr lang="en-US" dirty="0"/>
              <a:t> Does the output sound complete and sensible?</a:t>
            </a:r>
            <a:br>
              <a:rPr lang="en-US" dirty="0">
                <a:cs typeface="+mn-lt"/>
              </a:rPr>
            </a:br>
            <a:r>
              <a:rPr lang="en-US" dirty="0"/>
              <a:t> </a:t>
            </a:r>
            <a:r>
              <a:rPr lang="en-US" b="1" dirty="0"/>
              <a:t>Verify:</a:t>
            </a:r>
            <a:r>
              <a:rPr lang="en-US" dirty="0"/>
              <a:t> Can I confirm it with another source, tool, teacher, volunteer, or trusted person?</a:t>
            </a:r>
            <a:br>
              <a:rPr lang="en-US" dirty="0">
                <a:cs typeface="+mn-lt"/>
              </a:rPr>
            </a:br>
            <a:r>
              <a:rPr lang="en-US" dirty="0"/>
              <a:t> </a:t>
            </a:r>
            <a:r>
              <a:rPr lang="en-US" b="1" dirty="0"/>
              <a:t>Decide:</a:t>
            </a:r>
            <a:r>
              <a:rPr lang="en-US" dirty="0"/>
              <a:t> Should I use it, correct it, or reject it?</a:t>
            </a:r>
          </a:p>
          <a:p>
            <a:r>
              <a:rPr lang="en-US" dirty="0"/>
              <a:t>One-line message for training</a:t>
            </a:r>
          </a:p>
          <a:p>
            <a:r>
              <a:rPr lang="en-US" b="1" dirty="0"/>
              <a:t>AI can describe, read, explain and support independence, but it can also make confident mistakes. For important information, always verify before acting.</a:t>
            </a:r>
          </a:p>
          <a:p>
            <a:endParaRPr lang="en-US" dirty="0"/>
          </a:p>
        </p:txBody>
      </p:sp>
      <p:sp>
        <p:nvSpPr>
          <p:cNvPr id="4" name="Slide Number Placeholder 3"/>
          <p:cNvSpPr>
            <a:spLocks noGrp="1"/>
          </p:cNvSpPr>
          <p:nvPr>
            <p:ph type="sldNum" sz="quarter" idx="5"/>
          </p:nvPr>
        </p:nvSpPr>
        <p:spPr/>
        <p:txBody>
          <a:bodyPr/>
          <a:lstStyle/>
          <a:p>
            <a:fld id="{C453AED3-0772-43EB-951B-DC25393A8554}" type="slidenum">
              <a:rPr lang="en-US" smtClean="0"/>
              <a:t>12</a:t>
            </a:fld>
            <a:endParaRPr lang="en-US"/>
          </a:p>
        </p:txBody>
      </p:sp>
    </p:spTree>
    <p:extLst>
      <p:ext uri="{BB962C8B-B14F-4D97-AF65-F5344CB8AC3E}">
        <p14:creationId xmlns:p14="http://schemas.microsoft.com/office/powerpoint/2010/main" val="4613652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https://support.microsoft.com/en-us/microsoft-copilot/privacy-faq-for-microsoft-copilot</a:t>
            </a:r>
            <a:endParaRPr lang="en-US" dirty="0"/>
          </a:p>
          <a:p>
            <a:r>
              <a:rPr lang="en-US" dirty="0">
                <a:hlinkClick r:id="rId4"/>
              </a:rPr>
              <a:t>https://support.bemyeyes.com/hc/en-us/articles/18133134809105-Using-Be-My-AI?utm_source=chatgpt.com</a:t>
            </a:r>
          </a:p>
          <a:p>
            <a:r>
              <a:rPr lang="en-US" dirty="0"/>
              <a:t>https://www.linkedin.com/posts/au-amitsingh_the-first-time-ai-got-into-real-trouble-in-ugcPost-7468071367121248256-oGQv/</a:t>
            </a:r>
          </a:p>
        </p:txBody>
      </p:sp>
      <p:sp>
        <p:nvSpPr>
          <p:cNvPr id="4" name="Slide Number Placeholder 3"/>
          <p:cNvSpPr>
            <a:spLocks noGrp="1"/>
          </p:cNvSpPr>
          <p:nvPr>
            <p:ph type="sldNum" sz="quarter" idx="5"/>
          </p:nvPr>
        </p:nvSpPr>
        <p:spPr/>
        <p:txBody>
          <a:bodyPr/>
          <a:lstStyle/>
          <a:p>
            <a:fld id="{C453AED3-0772-43EB-951B-DC25393A8554}" type="slidenum">
              <a:rPr lang="en-US" smtClean="0"/>
              <a:t>13</a:t>
            </a:fld>
            <a:endParaRPr lang="en-US"/>
          </a:p>
        </p:txBody>
      </p:sp>
    </p:spTree>
    <p:extLst>
      <p:ext uri="{BB962C8B-B14F-4D97-AF65-F5344CB8AC3E}">
        <p14:creationId xmlns:p14="http://schemas.microsoft.com/office/powerpoint/2010/main" val="3014585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D4BDB-7FD5-C120-DD57-1871421F8A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782E7E-F006-0D4B-73B9-686A6F9738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A1ECAB-4C64-4D7D-437C-F816CBABE709}"/>
              </a:ext>
            </a:extLst>
          </p:cNvPr>
          <p:cNvSpPr>
            <a:spLocks noGrp="1"/>
          </p:cNvSpPr>
          <p:nvPr>
            <p:ph type="dt" sz="half" idx="10"/>
          </p:nvPr>
        </p:nvSpPr>
        <p:spPr/>
        <p:txBody>
          <a:bodyPr/>
          <a:lstStyle/>
          <a:p>
            <a:fld id="{28C15D5B-26C0-478C-95AE-C98E9917012D}" type="datetimeFigureOut">
              <a:rPr lang="en-US" smtClean="0"/>
              <a:t>9/7/2026</a:t>
            </a:fld>
            <a:endParaRPr lang="en-US"/>
          </a:p>
        </p:txBody>
      </p:sp>
      <p:sp>
        <p:nvSpPr>
          <p:cNvPr id="5" name="Footer Placeholder 4">
            <a:extLst>
              <a:ext uri="{FF2B5EF4-FFF2-40B4-BE49-F238E27FC236}">
                <a16:creationId xmlns:a16="http://schemas.microsoft.com/office/drawing/2014/main" id="{EB9F3AF2-8C68-06EF-849D-3D09CE523B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8C13E6-5FA6-3F9A-3D44-F5D920551905}"/>
              </a:ext>
            </a:extLst>
          </p:cNvPr>
          <p:cNvSpPr>
            <a:spLocks noGrp="1"/>
          </p:cNvSpPr>
          <p:nvPr>
            <p:ph type="sldNum" sz="quarter" idx="12"/>
          </p:nvPr>
        </p:nvSpPr>
        <p:spPr/>
        <p:txBody>
          <a:bodyPr/>
          <a:lstStyle/>
          <a:p>
            <a:fld id="{DA548820-C203-42CC-81BE-ECB265C39E73}" type="slidenum">
              <a:rPr lang="en-US" smtClean="0"/>
              <a:t>‹#›</a:t>
            </a:fld>
            <a:endParaRPr lang="en-US"/>
          </a:p>
        </p:txBody>
      </p:sp>
    </p:spTree>
    <p:extLst>
      <p:ext uri="{BB962C8B-B14F-4D97-AF65-F5344CB8AC3E}">
        <p14:creationId xmlns:p14="http://schemas.microsoft.com/office/powerpoint/2010/main" val="720287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BCCFA-3966-E6C0-7F18-87863B0AB8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BA4C7F-1863-E71C-1766-B30E6135D2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703792-CB0E-DD10-8E5D-DC9FCF7D56C6}"/>
              </a:ext>
            </a:extLst>
          </p:cNvPr>
          <p:cNvSpPr>
            <a:spLocks noGrp="1"/>
          </p:cNvSpPr>
          <p:nvPr>
            <p:ph type="dt" sz="half" idx="10"/>
          </p:nvPr>
        </p:nvSpPr>
        <p:spPr/>
        <p:txBody>
          <a:bodyPr/>
          <a:lstStyle/>
          <a:p>
            <a:fld id="{28C15D5B-26C0-478C-95AE-C98E9917012D}" type="datetimeFigureOut">
              <a:rPr lang="en-US" smtClean="0"/>
              <a:t>9/7/2026</a:t>
            </a:fld>
            <a:endParaRPr lang="en-US"/>
          </a:p>
        </p:txBody>
      </p:sp>
      <p:sp>
        <p:nvSpPr>
          <p:cNvPr id="5" name="Footer Placeholder 4">
            <a:extLst>
              <a:ext uri="{FF2B5EF4-FFF2-40B4-BE49-F238E27FC236}">
                <a16:creationId xmlns:a16="http://schemas.microsoft.com/office/drawing/2014/main" id="{40A3338A-9E59-E455-A68D-2A64088120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BC235B-8963-8A80-848D-DFC6F3F9234F}"/>
              </a:ext>
            </a:extLst>
          </p:cNvPr>
          <p:cNvSpPr>
            <a:spLocks noGrp="1"/>
          </p:cNvSpPr>
          <p:nvPr>
            <p:ph type="sldNum" sz="quarter" idx="12"/>
          </p:nvPr>
        </p:nvSpPr>
        <p:spPr/>
        <p:txBody>
          <a:bodyPr/>
          <a:lstStyle/>
          <a:p>
            <a:fld id="{DA548820-C203-42CC-81BE-ECB265C39E73}" type="slidenum">
              <a:rPr lang="en-US" smtClean="0"/>
              <a:t>‹#›</a:t>
            </a:fld>
            <a:endParaRPr lang="en-US"/>
          </a:p>
        </p:txBody>
      </p:sp>
    </p:spTree>
    <p:extLst>
      <p:ext uri="{BB962C8B-B14F-4D97-AF65-F5344CB8AC3E}">
        <p14:creationId xmlns:p14="http://schemas.microsoft.com/office/powerpoint/2010/main" val="4282133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4E2BA-0049-3258-6E7E-8B1483E076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631AA2-B9A2-72CA-438F-59820BDADF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81DC0F-6870-2F8E-4B72-CD31DDE2DD26}"/>
              </a:ext>
            </a:extLst>
          </p:cNvPr>
          <p:cNvSpPr>
            <a:spLocks noGrp="1"/>
          </p:cNvSpPr>
          <p:nvPr>
            <p:ph type="dt" sz="half" idx="10"/>
          </p:nvPr>
        </p:nvSpPr>
        <p:spPr/>
        <p:txBody>
          <a:bodyPr/>
          <a:lstStyle/>
          <a:p>
            <a:fld id="{28C15D5B-26C0-478C-95AE-C98E9917012D}" type="datetimeFigureOut">
              <a:rPr lang="en-US" smtClean="0"/>
              <a:t>9/7/2026</a:t>
            </a:fld>
            <a:endParaRPr lang="en-US"/>
          </a:p>
        </p:txBody>
      </p:sp>
      <p:sp>
        <p:nvSpPr>
          <p:cNvPr id="5" name="Footer Placeholder 4">
            <a:extLst>
              <a:ext uri="{FF2B5EF4-FFF2-40B4-BE49-F238E27FC236}">
                <a16:creationId xmlns:a16="http://schemas.microsoft.com/office/drawing/2014/main" id="{B0BA5095-5D0E-E463-C986-E3F3AF783F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AE51EC-6232-E015-7C82-2363F38B7A05}"/>
              </a:ext>
            </a:extLst>
          </p:cNvPr>
          <p:cNvSpPr>
            <a:spLocks noGrp="1"/>
          </p:cNvSpPr>
          <p:nvPr>
            <p:ph type="sldNum" sz="quarter" idx="12"/>
          </p:nvPr>
        </p:nvSpPr>
        <p:spPr/>
        <p:txBody>
          <a:bodyPr/>
          <a:lstStyle/>
          <a:p>
            <a:fld id="{DA548820-C203-42CC-81BE-ECB265C39E73}" type="slidenum">
              <a:rPr lang="en-US" smtClean="0"/>
              <a:t>‹#›</a:t>
            </a:fld>
            <a:endParaRPr lang="en-US"/>
          </a:p>
        </p:txBody>
      </p:sp>
    </p:spTree>
    <p:extLst>
      <p:ext uri="{BB962C8B-B14F-4D97-AF65-F5344CB8AC3E}">
        <p14:creationId xmlns:p14="http://schemas.microsoft.com/office/powerpoint/2010/main" val="1627235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4FC27-1572-0989-89D9-092380570E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9E2C42-4C5C-C1F0-3078-7F059FBBB2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8BD2FD9-1453-B030-924A-3E17A8B18C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5B17624-AFE9-B0FB-C992-D0A7035086D3}"/>
              </a:ext>
            </a:extLst>
          </p:cNvPr>
          <p:cNvSpPr>
            <a:spLocks noGrp="1"/>
          </p:cNvSpPr>
          <p:nvPr>
            <p:ph type="dt" sz="half" idx="10"/>
          </p:nvPr>
        </p:nvSpPr>
        <p:spPr/>
        <p:txBody>
          <a:bodyPr/>
          <a:lstStyle/>
          <a:p>
            <a:fld id="{28C15D5B-26C0-478C-95AE-C98E9917012D}" type="datetimeFigureOut">
              <a:rPr lang="en-US" smtClean="0"/>
              <a:t>9/7/2026</a:t>
            </a:fld>
            <a:endParaRPr lang="en-US"/>
          </a:p>
        </p:txBody>
      </p:sp>
      <p:sp>
        <p:nvSpPr>
          <p:cNvPr id="6" name="Footer Placeholder 5">
            <a:extLst>
              <a:ext uri="{FF2B5EF4-FFF2-40B4-BE49-F238E27FC236}">
                <a16:creationId xmlns:a16="http://schemas.microsoft.com/office/drawing/2014/main" id="{C798787A-B217-5832-34B2-DD9FA0CFC3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303789-C4EE-842A-F54A-D4F818F7770C}"/>
              </a:ext>
            </a:extLst>
          </p:cNvPr>
          <p:cNvSpPr>
            <a:spLocks noGrp="1"/>
          </p:cNvSpPr>
          <p:nvPr>
            <p:ph type="sldNum" sz="quarter" idx="12"/>
          </p:nvPr>
        </p:nvSpPr>
        <p:spPr/>
        <p:txBody>
          <a:bodyPr/>
          <a:lstStyle/>
          <a:p>
            <a:fld id="{DA548820-C203-42CC-81BE-ECB265C39E73}" type="slidenum">
              <a:rPr lang="en-US" smtClean="0"/>
              <a:t>‹#›</a:t>
            </a:fld>
            <a:endParaRPr lang="en-US"/>
          </a:p>
        </p:txBody>
      </p:sp>
    </p:spTree>
    <p:extLst>
      <p:ext uri="{BB962C8B-B14F-4D97-AF65-F5344CB8AC3E}">
        <p14:creationId xmlns:p14="http://schemas.microsoft.com/office/powerpoint/2010/main" val="3801746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D3D41-181C-09ED-8043-0A638DD0239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AB56E0-A70A-DBBD-35F4-801B7DF5A6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D7FF63-569A-8FF0-B17F-AEEAA55B32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43CABE7-F248-7C0D-016B-B3F066AEEB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42D86A-89E0-5D4C-1BBC-584AB0E69F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3D7F4E-F176-9EEF-4A3A-CD9862CD815F}"/>
              </a:ext>
            </a:extLst>
          </p:cNvPr>
          <p:cNvSpPr>
            <a:spLocks noGrp="1"/>
          </p:cNvSpPr>
          <p:nvPr>
            <p:ph type="dt" sz="half" idx="10"/>
          </p:nvPr>
        </p:nvSpPr>
        <p:spPr/>
        <p:txBody>
          <a:bodyPr/>
          <a:lstStyle/>
          <a:p>
            <a:fld id="{28C15D5B-26C0-478C-95AE-C98E9917012D}" type="datetimeFigureOut">
              <a:rPr lang="en-US" smtClean="0"/>
              <a:t>9/7/2026</a:t>
            </a:fld>
            <a:endParaRPr lang="en-US"/>
          </a:p>
        </p:txBody>
      </p:sp>
      <p:sp>
        <p:nvSpPr>
          <p:cNvPr id="8" name="Footer Placeholder 7">
            <a:extLst>
              <a:ext uri="{FF2B5EF4-FFF2-40B4-BE49-F238E27FC236}">
                <a16:creationId xmlns:a16="http://schemas.microsoft.com/office/drawing/2014/main" id="{FD61A0DB-D395-D033-ED44-4999A0E91A5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A07065-9F74-BBFC-4F4F-5824CD2E9598}"/>
              </a:ext>
            </a:extLst>
          </p:cNvPr>
          <p:cNvSpPr>
            <a:spLocks noGrp="1"/>
          </p:cNvSpPr>
          <p:nvPr>
            <p:ph type="sldNum" sz="quarter" idx="12"/>
          </p:nvPr>
        </p:nvSpPr>
        <p:spPr/>
        <p:txBody>
          <a:bodyPr/>
          <a:lstStyle/>
          <a:p>
            <a:fld id="{DA548820-C203-42CC-81BE-ECB265C39E73}" type="slidenum">
              <a:rPr lang="en-US" smtClean="0"/>
              <a:t>‹#›</a:t>
            </a:fld>
            <a:endParaRPr lang="en-US"/>
          </a:p>
        </p:txBody>
      </p:sp>
    </p:spTree>
    <p:extLst>
      <p:ext uri="{BB962C8B-B14F-4D97-AF65-F5344CB8AC3E}">
        <p14:creationId xmlns:p14="http://schemas.microsoft.com/office/powerpoint/2010/main" val="773886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2794D-6396-9B03-EAD7-BFEC679F1FB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0688B4F-8239-086B-7D25-F8D716BE006F}"/>
              </a:ext>
            </a:extLst>
          </p:cNvPr>
          <p:cNvSpPr>
            <a:spLocks noGrp="1"/>
          </p:cNvSpPr>
          <p:nvPr>
            <p:ph type="dt" sz="half" idx="10"/>
          </p:nvPr>
        </p:nvSpPr>
        <p:spPr/>
        <p:txBody>
          <a:bodyPr/>
          <a:lstStyle/>
          <a:p>
            <a:fld id="{28C15D5B-26C0-478C-95AE-C98E9917012D}" type="datetimeFigureOut">
              <a:rPr lang="en-US" smtClean="0"/>
              <a:t>9/7/2026</a:t>
            </a:fld>
            <a:endParaRPr lang="en-US"/>
          </a:p>
        </p:txBody>
      </p:sp>
      <p:sp>
        <p:nvSpPr>
          <p:cNvPr id="4" name="Footer Placeholder 3">
            <a:extLst>
              <a:ext uri="{FF2B5EF4-FFF2-40B4-BE49-F238E27FC236}">
                <a16:creationId xmlns:a16="http://schemas.microsoft.com/office/drawing/2014/main" id="{CD87D8D0-CD53-2E43-B2E7-4534D9A5C2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C46060C-2824-9F87-321A-09FB0F011425}"/>
              </a:ext>
            </a:extLst>
          </p:cNvPr>
          <p:cNvSpPr>
            <a:spLocks noGrp="1"/>
          </p:cNvSpPr>
          <p:nvPr>
            <p:ph type="sldNum" sz="quarter" idx="12"/>
          </p:nvPr>
        </p:nvSpPr>
        <p:spPr/>
        <p:txBody>
          <a:bodyPr/>
          <a:lstStyle/>
          <a:p>
            <a:fld id="{DA548820-C203-42CC-81BE-ECB265C39E73}" type="slidenum">
              <a:rPr lang="en-US" smtClean="0"/>
              <a:t>‹#›</a:t>
            </a:fld>
            <a:endParaRPr lang="en-US"/>
          </a:p>
        </p:txBody>
      </p:sp>
    </p:spTree>
    <p:extLst>
      <p:ext uri="{BB962C8B-B14F-4D97-AF65-F5344CB8AC3E}">
        <p14:creationId xmlns:p14="http://schemas.microsoft.com/office/powerpoint/2010/main" val="3936636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3ECAD8-4382-BC6C-EB37-53CFEC72D702}"/>
              </a:ext>
            </a:extLst>
          </p:cNvPr>
          <p:cNvSpPr>
            <a:spLocks noGrp="1"/>
          </p:cNvSpPr>
          <p:nvPr>
            <p:ph type="dt" sz="half" idx="10"/>
          </p:nvPr>
        </p:nvSpPr>
        <p:spPr/>
        <p:txBody>
          <a:bodyPr/>
          <a:lstStyle/>
          <a:p>
            <a:fld id="{28C15D5B-26C0-478C-95AE-C98E9917012D}" type="datetimeFigureOut">
              <a:rPr lang="en-US" smtClean="0"/>
              <a:t>9/7/2026</a:t>
            </a:fld>
            <a:endParaRPr lang="en-US"/>
          </a:p>
        </p:txBody>
      </p:sp>
      <p:sp>
        <p:nvSpPr>
          <p:cNvPr id="3" name="Footer Placeholder 2">
            <a:extLst>
              <a:ext uri="{FF2B5EF4-FFF2-40B4-BE49-F238E27FC236}">
                <a16:creationId xmlns:a16="http://schemas.microsoft.com/office/drawing/2014/main" id="{9F12CE45-7959-5682-C98C-C2514EF957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8E4D99-F201-C6E3-5D47-0926A3A887E6}"/>
              </a:ext>
            </a:extLst>
          </p:cNvPr>
          <p:cNvSpPr>
            <a:spLocks noGrp="1"/>
          </p:cNvSpPr>
          <p:nvPr>
            <p:ph type="sldNum" sz="quarter" idx="12"/>
          </p:nvPr>
        </p:nvSpPr>
        <p:spPr/>
        <p:txBody>
          <a:bodyPr/>
          <a:lstStyle/>
          <a:p>
            <a:fld id="{DA548820-C203-42CC-81BE-ECB265C39E73}" type="slidenum">
              <a:rPr lang="en-US" smtClean="0"/>
              <a:t>‹#›</a:t>
            </a:fld>
            <a:endParaRPr lang="en-US"/>
          </a:p>
        </p:txBody>
      </p:sp>
    </p:spTree>
    <p:extLst>
      <p:ext uri="{BB962C8B-B14F-4D97-AF65-F5344CB8AC3E}">
        <p14:creationId xmlns:p14="http://schemas.microsoft.com/office/powerpoint/2010/main" val="1387625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4809C-9A4F-DFCB-9BBE-858337B0B4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DDF3929-41CB-E032-90E4-FD8719D832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BC9DF8-A9B0-A528-71E7-D96191D5AA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696F5B-CC74-C1AB-D62C-32E46ECB6833}"/>
              </a:ext>
            </a:extLst>
          </p:cNvPr>
          <p:cNvSpPr>
            <a:spLocks noGrp="1"/>
          </p:cNvSpPr>
          <p:nvPr>
            <p:ph type="dt" sz="half" idx="10"/>
          </p:nvPr>
        </p:nvSpPr>
        <p:spPr/>
        <p:txBody>
          <a:bodyPr/>
          <a:lstStyle/>
          <a:p>
            <a:fld id="{28C15D5B-26C0-478C-95AE-C98E9917012D}" type="datetimeFigureOut">
              <a:rPr lang="en-US" smtClean="0"/>
              <a:t>9/7/2026</a:t>
            </a:fld>
            <a:endParaRPr lang="en-US"/>
          </a:p>
        </p:txBody>
      </p:sp>
      <p:sp>
        <p:nvSpPr>
          <p:cNvPr id="6" name="Footer Placeholder 5">
            <a:extLst>
              <a:ext uri="{FF2B5EF4-FFF2-40B4-BE49-F238E27FC236}">
                <a16:creationId xmlns:a16="http://schemas.microsoft.com/office/drawing/2014/main" id="{7D8BE220-33F0-4EB3-74BA-97B1572FBE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8CB48A-7F8D-409C-EBD5-8CFC533F68A5}"/>
              </a:ext>
            </a:extLst>
          </p:cNvPr>
          <p:cNvSpPr>
            <a:spLocks noGrp="1"/>
          </p:cNvSpPr>
          <p:nvPr>
            <p:ph type="sldNum" sz="quarter" idx="12"/>
          </p:nvPr>
        </p:nvSpPr>
        <p:spPr/>
        <p:txBody>
          <a:bodyPr/>
          <a:lstStyle/>
          <a:p>
            <a:fld id="{DA548820-C203-42CC-81BE-ECB265C39E73}" type="slidenum">
              <a:rPr lang="en-US" smtClean="0"/>
              <a:t>‹#›</a:t>
            </a:fld>
            <a:endParaRPr lang="en-US"/>
          </a:p>
        </p:txBody>
      </p:sp>
    </p:spTree>
    <p:extLst>
      <p:ext uri="{BB962C8B-B14F-4D97-AF65-F5344CB8AC3E}">
        <p14:creationId xmlns:p14="http://schemas.microsoft.com/office/powerpoint/2010/main" val="5428969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45562-B188-4B26-905A-207D20E389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E406918-3102-8F24-2B34-8DF0920DD7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FA9F6A-4638-04E3-D7A3-EF224DD094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F50897-E24B-7FC2-5F78-A932F5E23B67}"/>
              </a:ext>
            </a:extLst>
          </p:cNvPr>
          <p:cNvSpPr>
            <a:spLocks noGrp="1"/>
          </p:cNvSpPr>
          <p:nvPr>
            <p:ph type="dt" sz="half" idx="10"/>
          </p:nvPr>
        </p:nvSpPr>
        <p:spPr/>
        <p:txBody>
          <a:bodyPr/>
          <a:lstStyle/>
          <a:p>
            <a:fld id="{28C15D5B-26C0-478C-95AE-C98E9917012D}" type="datetimeFigureOut">
              <a:rPr lang="en-US" smtClean="0"/>
              <a:t>9/7/2026</a:t>
            </a:fld>
            <a:endParaRPr lang="en-US"/>
          </a:p>
        </p:txBody>
      </p:sp>
      <p:sp>
        <p:nvSpPr>
          <p:cNvPr id="6" name="Footer Placeholder 5">
            <a:extLst>
              <a:ext uri="{FF2B5EF4-FFF2-40B4-BE49-F238E27FC236}">
                <a16:creationId xmlns:a16="http://schemas.microsoft.com/office/drawing/2014/main" id="{A2DE17DF-2BD2-530D-78D8-DA37F37FBF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375901-24B2-701E-419C-486EABC46C56}"/>
              </a:ext>
            </a:extLst>
          </p:cNvPr>
          <p:cNvSpPr>
            <a:spLocks noGrp="1"/>
          </p:cNvSpPr>
          <p:nvPr>
            <p:ph type="sldNum" sz="quarter" idx="12"/>
          </p:nvPr>
        </p:nvSpPr>
        <p:spPr/>
        <p:txBody>
          <a:bodyPr/>
          <a:lstStyle/>
          <a:p>
            <a:fld id="{DA548820-C203-42CC-81BE-ECB265C39E73}" type="slidenum">
              <a:rPr lang="en-US" smtClean="0"/>
              <a:t>‹#›</a:t>
            </a:fld>
            <a:endParaRPr lang="en-US"/>
          </a:p>
        </p:txBody>
      </p:sp>
    </p:spTree>
    <p:extLst>
      <p:ext uri="{BB962C8B-B14F-4D97-AF65-F5344CB8AC3E}">
        <p14:creationId xmlns:p14="http://schemas.microsoft.com/office/powerpoint/2010/main" val="3617563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E973E-0827-FDFA-2F6E-ABE2A2425A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8BD4C4F-C565-CC05-1D88-DF6FC7022E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478050-1BB3-34FD-4C26-451A3F2660FD}"/>
              </a:ext>
            </a:extLst>
          </p:cNvPr>
          <p:cNvSpPr>
            <a:spLocks noGrp="1"/>
          </p:cNvSpPr>
          <p:nvPr>
            <p:ph type="dt" sz="half" idx="10"/>
          </p:nvPr>
        </p:nvSpPr>
        <p:spPr/>
        <p:txBody>
          <a:bodyPr/>
          <a:lstStyle/>
          <a:p>
            <a:fld id="{28C15D5B-26C0-478C-95AE-C98E9917012D}" type="datetimeFigureOut">
              <a:rPr lang="en-US" smtClean="0"/>
              <a:t>9/7/2026</a:t>
            </a:fld>
            <a:endParaRPr lang="en-US"/>
          </a:p>
        </p:txBody>
      </p:sp>
      <p:sp>
        <p:nvSpPr>
          <p:cNvPr id="5" name="Footer Placeholder 4">
            <a:extLst>
              <a:ext uri="{FF2B5EF4-FFF2-40B4-BE49-F238E27FC236}">
                <a16:creationId xmlns:a16="http://schemas.microsoft.com/office/drawing/2014/main" id="{391A7203-D46B-595F-20C2-4E0E493469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06D7F5-949F-DA9F-508F-BD0C8A282C7E}"/>
              </a:ext>
            </a:extLst>
          </p:cNvPr>
          <p:cNvSpPr>
            <a:spLocks noGrp="1"/>
          </p:cNvSpPr>
          <p:nvPr>
            <p:ph type="sldNum" sz="quarter" idx="12"/>
          </p:nvPr>
        </p:nvSpPr>
        <p:spPr/>
        <p:txBody>
          <a:bodyPr/>
          <a:lstStyle/>
          <a:p>
            <a:fld id="{DA548820-C203-42CC-81BE-ECB265C39E73}" type="slidenum">
              <a:rPr lang="en-US" smtClean="0"/>
              <a:t>‹#›</a:t>
            </a:fld>
            <a:endParaRPr lang="en-US"/>
          </a:p>
        </p:txBody>
      </p:sp>
    </p:spTree>
    <p:extLst>
      <p:ext uri="{BB962C8B-B14F-4D97-AF65-F5344CB8AC3E}">
        <p14:creationId xmlns:p14="http://schemas.microsoft.com/office/powerpoint/2010/main" val="26788476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C802C9-6AD2-B387-FA70-2F81FA8AB05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5B0C737-6314-523F-4C3E-CCC03ADD14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4604C7-7035-E4F2-6BE3-711C3FC6FF0D}"/>
              </a:ext>
            </a:extLst>
          </p:cNvPr>
          <p:cNvSpPr>
            <a:spLocks noGrp="1"/>
          </p:cNvSpPr>
          <p:nvPr>
            <p:ph type="dt" sz="half" idx="10"/>
          </p:nvPr>
        </p:nvSpPr>
        <p:spPr/>
        <p:txBody>
          <a:bodyPr/>
          <a:lstStyle/>
          <a:p>
            <a:fld id="{28C15D5B-26C0-478C-95AE-C98E9917012D}" type="datetimeFigureOut">
              <a:rPr lang="en-US" smtClean="0"/>
              <a:t>9/7/2026</a:t>
            </a:fld>
            <a:endParaRPr lang="en-US"/>
          </a:p>
        </p:txBody>
      </p:sp>
      <p:sp>
        <p:nvSpPr>
          <p:cNvPr id="5" name="Footer Placeholder 4">
            <a:extLst>
              <a:ext uri="{FF2B5EF4-FFF2-40B4-BE49-F238E27FC236}">
                <a16:creationId xmlns:a16="http://schemas.microsoft.com/office/drawing/2014/main" id="{BA7E014A-AD4B-5BE5-38F3-1694D833A5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97042-28E5-0874-8DC4-C49E05AF1E2E}"/>
              </a:ext>
            </a:extLst>
          </p:cNvPr>
          <p:cNvSpPr>
            <a:spLocks noGrp="1"/>
          </p:cNvSpPr>
          <p:nvPr>
            <p:ph type="sldNum" sz="quarter" idx="12"/>
          </p:nvPr>
        </p:nvSpPr>
        <p:spPr/>
        <p:txBody>
          <a:bodyPr/>
          <a:lstStyle/>
          <a:p>
            <a:fld id="{DA548820-C203-42CC-81BE-ECB265C39E73}" type="slidenum">
              <a:rPr lang="en-US" smtClean="0"/>
              <a:t>‹#›</a:t>
            </a:fld>
            <a:endParaRPr lang="en-US"/>
          </a:p>
        </p:txBody>
      </p:sp>
    </p:spTree>
    <p:extLst>
      <p:ext uri="{BB962C8B-B14F-4D97-AF65-F5344CB8AC3E}">
        <p14:creationId xmlns:p14="http://schemas.microsoft.com/office/powerpoint/2010/main" val="181529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3A807E-21F5-9471-25F8-95C0D46AE8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4B9F36-612F-6B67-98AB-7C0FF66285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CBAE9B-2AC7-5B68-D3ED-A25E534EC9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8C15D5B-26C0-478C-95AE-C98E9917012D}" type="datetimeFigureOut">
              <a:rPr lang="en-US" smtClean="0"/>
              <a:t>9/7/2026</a:t>
            </a:fld>
            <a:endParaRPr lang="en-US"/>
          </a:p>
        </p:txBody>
      </p:sp>
      <p:sp>
        <p:nvSpPr>
          <p:cNvPr id="5" name="Footer Placeholder 4">
            <a:extLst>
              <a:ext uri="{FF2B5EF4-FFF2-40B4-BE49-F238E27FC236}">
                <a16:creationId xmlns:a16="http://schemas.microsoft.com/office/drawing/2014/main" id="{7667C7C3-0AA9-2D29-084F-7BED8DFFE4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3EFCD47-FEB6-51E4-F069-9FEABD48A4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548820-C203-42CC-81BE-ECB265C39E73}" type="slidenum">
              <a:rPr lang="en-US" smtClean="0"/>
              <a:t>‹#›</a:t>
            </a:fld>
            <a:endParaRPr lang="en-US"/>
          </a:p>
        </p:txBody>
      </p:sp>
    </p:spTree>
    <p:extLst>
      <p:ext uri="{BB962C8B-B14F-4D97-AF65-F5344CB8AC3E}">
        <p14:creationId xmlns:p14="http://schemas.microsoft.com/office/powerpoint/2010/main" val="33140306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bemyeyes.com/"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youtube.com/watch?v=xZgO4QBKGrU&amp;list=PLE5Q6U3y6x5boMKBiqa0ZuvX-kDdp5nOn"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6063C-3453-9878-D7FB-0560B0FB5D24}"/>
              </a:ext>
            </a:extLst>
          </p:cNvPr>
          <p:cNvSpPr>
            <a:spLocks noGrp="1"/>
          </p:cNvSpPr>
          <p:nvPr>
            <p:ph type="ctrTitle"/>
          </p:nvPr>
        </p:nvSpPr>
        <p:spPr>
          <a:xfrm>
            <a:off x="206391" y="-1190404"/>
            <a:ext cx="12111789" cy="2387600"/>
          </a:xfrm>
        </p:spPr>
        <p:txBody>
          <a:bodyPr>
            <a:normAutofit/>
          </a:bodyPr>
          <a:lstStyle/>
          <a:p>
            <a:r>
              <a:rPr lang="en-US" sz="5400"/>
              <a:t>Vision Empower Trust AI Skilling Program </a:t>
            </a:r>
          </a:p>
        </p:txBody>
      </p:sp>
      <p:sp>
        <p:nvSpPr>
          <p:cNvPr id="3" name="Subtitle 2">
            <a:extLst>
              <a:ext uri="{FF2B5EF4-FFF2-40B4-BE49-F238E27FC236}">
                <a16:creationId xmlns:a16="http://schemas.microsoft.com/office/drawing/2014/main" id="{0A37B741-42E9-DA37-7642-16595A6D170B}"/>
              </a:ext>
            </a:extLst>
          </p:cNvPr>
          <p:cNvSpPr>
            <a:spLocks noGrp="1"/>
          </p:cNvSpPr>
          <p:nvPr>
            <p:ph type="subTitle" idx="1"/>
          </p:nvPr>
        </p:nvSpPr>
        <p:spPr>
          <a:xfrm>
            <a:off x="1524000" y="2345407"/>
            <a:ext cx="9144000" cy="1655762"/>
          </a:xfrm>
        </p:spPr>
        <p:txBody>
          <a:bodyPr vert="horz" lIns="91440" tIns="45720" rIns="91440" bIns="45720" rtlCol="0" anchor="t">
            <a:normAutofit/>
          </a:bodyPr>
          <a:lstStyle/>
          <a:p>
            <a:r>
              <a:rPr lang="en-US" sz="3400" b="1" dirty="0"/>
              <a:t>MODULE 3</a:t>
            </a:r>
          </a:p>
          <a:p>
            <a:r>
              <a:rPr lang="en-US" dirty="0"/>
              <a:t>AI for VI</a:t>
            </a:r>
          </a:p>
          <a:p>
            <a:r>
              <a:rPr lang="en-US" dirty="0"/>
              <a:t>Vision Empower Trust</a:t>
            </a:r>
          </a:p>
          <a:p>
            <a:endParaRPr lang="en-US"/>
          </a:p>
        </p:txBody>
      </p:sp>
      <p:sp>
        <p:nvSpPr>
          <p:cNvPr id="4" name="object 3">
            <a:extLst>
              <a:ext uri="{FF2B5EF4-FFF2-40B4-BE49-F238E27FC236}">
                <a16:creationId xmlns:a16="http://schemas.microsoft.com/office/drawing/2014/main" id="{AB3DCA17-06EC-8695-8230-CE2D1583EB49}"/>
              </a:ext>
            </a:extLst>
          </p:cNvPr>
          <p:cNvSpPr/>
          <p:nvPr/>
        </p:nvSpPr>
        <p:spPr>
          <a:xfrm>
            <a:off x="5467950" y="5082507"/>
            <a:ext cx="1256100" cy="1339847"/>
          </a:xfrm>
          <a:prstGeom prst="rect">
            <a:avLst/>
          </a:prstGeom>
          <a:blipFill>
            <a:blip r:embed="rId2"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1200"/>
          </a:p>
        </p:txBody>
      </p:sp>
      <p:pic>
        <p:nvPicPr>
          <p:cNvPr id="5" name="Graphic 3">
            <a:extLst>
              <a:ext uri="{FF2B5EF4-FFF2-40B4-BE49-F238E27FC236}">
                <a16:creationId xmlns:a16="http://schemas.microsoft.com/office/drawing/2014/main" id="{8F632B84-A3E8-097F-7CEF-455705C51393}"/>
              </a:ext>
            </a:extLst>
          </p:cNvPr>
          <p:cNvPicPr>
            <a:picLocks noChangeAspect="1"/>
          </p:cNvPicPr>
          <p:nvPr/>
        </p:nvPicPr>
        <p:blipFill rotWithShape="1">
          <a:blip>
            <a:extLst>
              <a:ext uri="{96DAC541-7B7A-43D3-8B79-37D633B846F1}">
                <asvg:svgBlip xmlns:asvg="http://schemas.microsoft.com/office/drawing/2016/SVG/main" r:embed="rId3"/>
              </a:ext>
            </a:extLst>
          </a:blip>
          <a:srcRect t="34894" b="34111"/>
          <a:stretch/>
        </p:blipFill>
        <p:spPr>
          <a:xfrm>
            <a:off x="8198252" y="5334584"/>
            <a:ext cx="3863468" cy="855341"/>
          </a:xfrm>
          <a:prstGeom prst="rect">
            <a:avLst/>
          </a:prstGeom>
        </p:spPr>
      </p:pic>
      <p:pic>
        <p:nvPicPr>
          <p:cNvPr id="7" name="Picture 6">
            <a:extLst>
              <a:ext uri="{FF2B5EF4-FFF2-40B4-BE49-F238E27FC236}">
                <a16:creationId xmlns:a16="http://schemas.microsoft.com/office/drawing/2014/main" id="{ACE1CDDB-276E-EFDC-9A71-AE2F576A1A6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0380" y="5330552"/>
            <a:ext cx="3210560" cy="832905"/>
          </a:xfrm>
          <a:prstGeom prst="rect">
            <a:avLst/>
          </a:prstGeom>
        </p:spPr>
      </p:pic>
    </p:spTree>
    <p:extLst>
      <p:ext uri="{BB962C8B-B14F-4D97-AF65-F5344CB8AC3E}">
        <p14:creationId xmlns:p14="http://schemas.microsoft.com/office/powerpoint/2010/main" val="1479565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476FF-652A-988E-A326-EFA26F355948}"/>
              </a:ext>
            </a:extLst>
          </p:cNvPr>
          <p:cNvSpPr>
            <a:spLocks noGrp="1"/>
          </p:cNvSpPr>
          <p:nvPr>
            <p:ph type="title"/>
          </p:nvPr>
        </p:nvSpPr>
        <p:spPr>
          <a:xfrm>
            <a:off x="838201" y="2268"/>
            <a:ext cx="10515600" cy="955449"/>
          </a:xfrm>
        </p:spPr>
        <p:txBody>
          <a:bodyPr>
            <a:normAutofit/>
          </a:bodyPr>
          <a:lstStyle/>
          <a:p>
            <a:r>
              <a:rPr lang="en-US" sz="3600" b="1" dirty="0">
                <a:latin typeface="Calibri Light"/>
                <a:ea typeface="Calibri Light"/>
                <a:cs typeface="Calibri Light"/>
              </a:rPr>
              <a:t>Agenda</a:t>
            </a:r>
          </a:p>
        </p:txBody>
      </p:sp>
      <p:graphicFrame>
        <p:nvGraphicFramePr>
          <p:cNvPr id="5" name="Content Placeholder 4">
            <a:extLst>
              <a:ext uri="{FF2B5EF4-FFF2-40B4-BE49-F238E27FC236}">
                <a16:creationId xmlns:a16="http://schemas.microsoft.com/office/drawing/2014/main" id="{D79B3E9A-A26D-D7D3-6421-654A8AF6D9E2}"/>
              </a:ext>
            </a:extLst>
          </p:cNvPr>
          <p:cNvGraphicFramePr>
            <a:graphicFrameLocks noGrp="1"/>
          </p:cNvGraphicFramePr>
          <p:nvPr>
            <p:ph idx="1"/>
            <p:extLst>
              <p:ext uri="{D42A27DB-BD31-4B8C-83A1-F6EECF244321}">
                <p14:modId xmlns:p14="http://schemas.microsoft.com/office/powerpoint/2010/main" val="3203576937"/>
              </p:ext>
            </p:extLst>
          </p:nvPr>
        </p:nvGraphicFramePr>
        <p:xfrm>
          <a:off x="1008742" y="1110342"/>
          <a:ext cx="9637690" cy="5456618"/>
        </p:xfrm>
        <a:graphic>
          <a:graphicData uri="http://schemas.openxmlformats.org/drawingml/2006/table">
            <a:tbl>
              <a:tblPr firstRow="1" firstCol="1" bandRow="1"/>
              <a:tblGrid>
                <a:gridCol w="2007852">
                  <a:extLst>
                    <a:ext uri="{9D8B030D-6E8A-4147-A177-3AD203B41FA5}">
                      <a16:colId xmlns:a16="http://schemas.microsoft.com/office/drawing/2014/main" val="3275682066"/>
                    </a:ext>
                  </a:extLst>
                </a:gridCol>
                <a:gridCol w="7629838">
                  <a:extLst>
                    <a:ext uri="{9D8B030D-6E8A-4147-A177-3AD203B41FA5}">
                      <a16:colId xmlns:a16="http://schemas.microsoft.com/office/drawing/2014/main" val="290600863"/>
                    </a:ext>
                  </a:extLst>
                </a:gridCol>
              </a:tblGrid>
              <a:tr h="503379">
                <a:tc>
                  <a:txBody>
                    <a:bodyPr/>
                    <a:lstStyle/>
                    <a:p>
                      <a:pPr marL="0" marR="0">
                        <a:lnSpc>
                          <a:spcPct val="115000"/>
                        </a:lnSpc>
                        <a:spcAft>
                          <a:spcPts val="100"/>
                        </a:spcAft>
                        <a:buNone/>
                      </a:pPr>
                      <a:r>
                        <a:rPr lang="en-US" sz="1800" b="1" dirty="0">
                          <a:solidFill>
                            <a:srgbClr val="000000"/>
                          </a:solidFill>
                          <a:effectLst/>
                          <a:latin typeface="Calibri Light"/>
                          <a:ea typeface="Calibri Light"/>
                          <a:cs typeface="Calibri Light"/>
                        </a:rPr>
                        <a:t>Item</a:t>
                      </a:r>
                      <a:endParaRPr lang="en-US" sz="1800">
                        <a:effectLst/>
                        <a:latin typeface="Calibri Light"/>
                        <a:ea typeface="Calibri Light"/>
                        <a:cs typeface="Calibri Ligh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tc>
                  <a:txBody>
                    <a:bodyPr/>
                    <a:lstStyle/>
                    <a:p>
                      <a:pPr marL="0" marR="0">
                        <a:lnSpc>
                          <a:spcPct val="115000"/>
                        </a:lnSpc>
                        <a:spcAft>
                          <a:spcPts val="100"/>
                        </a:spcAft>
                        <a:buNone/>
                      </a:pPr>
                      <a:r>
                        <a:rPr lang="en-US" sz="1800" b="1" dirty="0">
                          <a:solidFill>
                            <a:srgbClr val="000000"/>
                          </a:solidFill>
                          <a:effectLst/>
                          <a:latin typeface="Calibri Light"/>
                          <a:ea typeface="Calibri Light"/>
                          <a:cs typeface="Calibri Light"/>
                        </a:rPr>
                        <a:t>Details</a:t>
                      </a:r>
                      <a:endParaRPr lang="en-US" sz="1800" dirty="0">
                        <a:effectLst/>
                        <a:latin typeface="Calibri Light"/>
                        <a:ea typeface="Calibri Light"/>
                        <a:cs typeface="Calibri Ligh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extLst>
                  <a:ext uri="{0D108BD9-81ED-4DB2-BD59-A6C34878D82A}">
                    <a16:rowId xmlns:a16="http://schemas.microsoft.com/office/drawing/2014/main" val="2162743850"/>
                  </a:ext>
                </a:extLst>
              </a:tr>
              <a:tr h="1026891">
                <a:tc>
                  <a:txBody>
                    <a:bodyPr/>
                    <a:lstStyle/>
                    <a:p>
                      <a:pPr marL="0" marR="0" lvl="0">
                        <a:lnSpc>
                          <a:spcPct val="114999"/>
                        </a:lnSpc>
                        <a:spcAft>
                          <a:spcPts val="100"/>
                        </a:spcAft>
                        <a:buNone/>
                      </a:pPr>
                      <a:r>
                        <a:rPr lang="en-US" sz="1800" b="0" i="0" u="none" strike="noStrike" noProof="0" dirty="0">
                          <a:solidFill>
                            <a:srgbClr val="000000"/>
                          </a:solidFill>
                          <a:effectLst/>
                          <a:latin typeface="Calibri Light"/>
                          <a:ea typeface="Calibri Light"/>
                          <a:cs typeface="Calibri Light"/>
                        </a:rPr>
                        <a:t>Audience</a:t>
                      </a:r>
                      <a:endParaRPr lang="en-US" sz="1800">
                        <a:latin typeface="Calibri Light"/>
                        <a:ea typeface="Calibri Light"/>
                        <a:cs typeface="Calibri Ligh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a:lnSpc>
                          <a:spcPct val="114999"/>
                        </a:lnSpc>
                        <a:spcAft>
                          <a:spcPts val="100"/>
                        </a:spcAft>
                        <a:buNone/>
                      </a:pPr>
                      <a:r>
                        <a:rPr lang="en-US" sz="1800" b="0" i="0" u="none" strike="noStrike" noProof="0" dirty="0">
                          <a:solidFill>
                            <a:srgbClr val="000000"/>
                          </a:solidFill>
                          <a:effectLst/>
                          <a:latin typeface="Calibri Light"/>
                          <a:ea typeface="Calibri Light"/>
                          <a:cs typeface="Calibri Light"/>
                        </a:rPr>
                        <a:t>Teachers, special educators, resource persons and school leaders working with visually impaired students</a:t>
                      </a:r>
                      <a:endParaRPr lang="en-US" sz="1800">
                        <a:latin typeface="Calibri Light"/>
                        <a:ea typeface="Calibri Light"/>
                        <a:cs typeface="Calibri Ligh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85766052"/>
                  </a:ext>
                </a:extLst>
              </a:tr>
              <a:tr h="503379">
                <a:tc>
                  <a:txBody>
                    <a:bodyPr/>
                    <a:lstStyle/>
                    <a:p>
                      <a:pPr marL="0" marR="0">
                        <a:lnSpc>
                          <a:spcPct val="115000"/>
                        </a:lnSpc>
                        <a:spcAft>
                          <a:spcPts val="100"/>
                        </a:spcAft>
                        <a:buNone/>
                      </a:pPr>
                      <a:r>
                        <a:rPr lang="en-US" sz="1800" dirty="0">
                          <a:effectLst/>
                          <a:latin typeface="Calibri Light"/>
                          <a:ea typeface="Calibri Light"/>
                          <a:cs typeface="Calibri Light"/>
                        </a:rPr>
                        <a:t>Duration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
                        </a:spcAft>
                        <a:buNone/>
                      </a:pPr>
                      <a:r>
                        <a:rPr lang="en-US" sz="1800" dirty="0">
                          <a:effectLst/>
                          <a:latin typeface="Calibri Light"/>
                          <a:ea typeface="Calibri Light"/>
                          <a:cs typeface="Calibri Light"/>
                        </a:rPr>
                        <a:t>90 minutes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6108218"/>
                  </a:ext>
                </a:extLst>
              </a:tr>
              <a:tr h="825540">
                <a:tc>
                  <a:txBody>
                    <a:bodyPr/>
                    <a:lstStyle/>
                    <a:p>
                      <a:pPr marL="0" marR="0">
                        <a:lnSpc>
                          <a:spcPct val="115000"/>
                        </a:lnSpc>
                        <a:spcAft>
                          <a:spcPts val="100"/>
                        </a:spcAft>
                        <a:buNone/>
                      </a:pPr>
                      <a:r>
                        <a:rPr lang="en-US" sz="1800" dirty="0">
                          <a:effectLst/>
                          <a:latin typeface="Calibri Light"/>
                          <a:ea typeface="Calibri Light"/>
                          <a:cs typeface="Calibri Light"/>
                        </a:rPr>
                        <a:t>Mode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
                        </a:spcAft>
                        <a:buNone/>
                      </a:pPr>
                      <a:r>
                        <a:rPr lang="en-US" sz="1800" dirty="0">
                          <a:effectLst/>
                          <a:latin typeface="Calibri Light"/>
                          <a:ea typeface="Calibri Light"/>
                          <a:cs typeface="Calibri Light"/>
                        </a:rPr>
                        <a:t>Hands on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3572835"/>
                  </a:ext>
                </a:extLst>
              </a:tr>
              <a:tr h="1228241">
                <a:tc>
                  <a:txBody>
                    <a:bodyPr/>
                    <a:lstStyle/>
                    <a:p>
                      <a:pPr marL="0" marR="0">
                        <a:lnSpc>
                          <a:spcPct val="115000"/>
                        </a:lnSpc>
                        <a:spcAft>
                          <a:spcPts val="100"/>
                        </a:spcAft>
                        <a:buNone/>
                      </a:pPr>
                      <a:r>
                        <a:rPr lang="en-US" sz="1800" dirty="0">
                          <a:effectLst/>
                          <a:latin typeface="Calibri Light"/>
                          <a:ea typeface="Calibri Light"/>
                          <a:cs typeface="Calibri Light"/>
                        </a:rPr>
                        <a:t>Module purpose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800" b="0" i="0" u="none" strike="noStrike" noProof="0" dirty="0">
                          <a:effectLst/>
                          <a:latin typeface="Calibri Light"/>
                          <a:ea typeface="Calibri Light"/>
                          <a:cs typeface="Calibri Light"/>
                        </a:rPr>
                        <a:t>This module will help teachers understand how AI can support persons with visual impairment in education, daily living, mobility, communication, and independent access to information. It will also help teachers understand the limitations of AI and the need for safe, responsible and verified use.</a:t>
                      </a:r>
                      <a:endParaRPr lang="en-US" sz="1800">
                        <a:latin typeface="Calibri Light"/>
                        <a:ea typeface="Calibri Light"/>
                        <a:cs typeface="Calibri Ligh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07868384"/>
                  </a:ext>
                </a:extLst>
              </a:tr>
              <a:tr h="1369188">
                <a:tc>
                  <a:txBody>
                    <a:bodyPr/>
                    <a:lstStyle/>
                    <a:p>
                      <a:pPr marL="0" marR="0">
                        <a:lnSpc>
                          <a:spcPct val="115000"/>
                        </a:lnSpc>
                        <a:spcAft>
                          <a:spcPts val="100"/>
                        </a:spcAft>
                        <a:buNone/>
                      </a:pPr>
                      <a:r>
                        <a:rPr lang="en-US" sz="1800" dirty="0">
                          <a:effectLst/>
                          <a:latin typeface="Calibri Light"/>
                          <a:ea typeface="Calibri Light"/>
                          <a:cs typeface="Calibri Light"/>
                        </a:rPr>
                        <a:t>Session principle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a:lnSpc>
                          <a:spcPct val="114999"/>
                        </a:lnSpc>
                        <a:spcAft>
                          <a:spcPts val="100"/>
                        </a:spcAft>
                        <a:buNone/>
                      </a:pPr>
                      <a:r>
                        <a:rPr lang="en-US" sz="1800" b="0" i="0" u="none" strike="noStrike" noProof="0" dirty="0">
                          <a:effectLst/>
                          <a:latin typeface="Calibri Light"/>
                          <a:ea typeface="Calibri Light"/>
                          <a:cs typeface="Calibri Light"/>
                        </a:rPr>
                        <a:t>This session is practical and teacher-centered, with a focus on using AI responsibly to create inclusive, accessible, and personalized learning resources. Teachers will learn through hands-on activities and refine prompts to achieve better AI-generated outcomes.</a:t>
                      </a:r>
                      <a:endParaRPr lang="en-US" sz="1800">
                        <a:latin typeface="Calibri Light"/>
                        <a:ea typeface="Calibri Light"/>
                        <a:cs typeface="Calibri Ligh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0127730"/>
                  </a:ext>
                </a:extLst>
              </a:tr>
            </a:tbl>
          </a:graphicData>
        </a:graphic>
      </p:graphicFrame>
    </p:spTree>
    <p:extLst>
      <p:ext uri="{BB962C8B-B14F-4D97-AF65-F5344CB8AC3E}">
        <p14:creationId xmlns:p14="http://schemas.microsoft.com/office/powerpoint/2010/main" val="248961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2AE24-D111-1375-8468-2B8E8094DD23}"/>
              </a:ext>
            </a:extLst>
          </p:cNvPr>
          <p:cNvSpPr>
            <a:spLocks noGrp="1"/>
          </p:cNvSpPr>
          <p:nvPr>
            <p:ph type="title"/>
          </p:nvPr>
        </p:nvSpPr>
        <p:spPr/>
        <p:txBody>
          <a:bodyPr/>
          <a:lstStyle/>
          <a:p>
            <a:r>
              <a:rPr lang="en-US" b="1" dirty="0">
                <a:latin typeface="Calibri Light"/>
                <a:ea typeface="Calibri Light"/>
                <a:cs typeface="Calibri Light"/>
              </a:rPr>
              <a:t>Learning Outcomes</a:t>
            </a:r>
          </a:p>
        </p:txBody>
      </p:sp>
      <p:sp>
        <p:nvSpPr>
          <p:cNvPr id="3" name="Content Placeholder 2">
            <a:extLst>
              <a:ext uri="{FF2B5EF4-FFF2-40B4-BE49-F238E27FC236}">
                <a16:creationId xmlns:a16="http://schemas.microsoft.com/office/drawing/2014/main" id="{5B0C8161-67B8-2F7C-031B-5315F49CC6D4}"/>
              </a:ext>
            </a:extLst>
          </p:cNvPr>
          <p:cNvSpPr>
            <a:spLocks noGrp="1"/>
          </p:cNvSpPr>
          <p:nvPr>
            <p:ph idx="1"/>
          </p:nvPr>
        </p:nvSpPr>
        <p:spPr/>
        <p:txBody>
          <a:bodyPr vert="horz" lIns="91440" tIns="45720" rIns="91440" bIns="45720" rtlCol="0" anchor="t">
            <a:normAutofit/>
          </a:bodyPr>
          <a:lstStyle/>
          <a:p>
            <a:r>
              <a:rPr lang="en-US" dirty="0">
                <a:latin typeface="Calibri Light"/>
                <a:ea typeface="Calibri Light"/>
                <a:cs typeface="Calibri Light"/>
              </a:rPr>
              <a:t>Explain how AI can support persons with visual impairment. </a:t>
            </a:r>
            <a:endParaRPr lang="en-US">
              <a:latin typeface="Calibri Light"/>
              <a:ea typeface="Calibri Light"/>
              <a:cs typeface="Calibri Light"/>
            </a:endParaRPr>
          </a:p>
          <a:p>
            <a:r>
              <a:rPr lang="en-US" dirty="0">
                <a:latin typeface="Calibri Light"/>
                <a:ea typeface="Calibri Light"/>
                <a:cs typeface="Calibri Light"/>
              </a:rPr>
              <a:t>Identify AI tools that help with reading, image description, navigation, translation, communication and learning. </a:t>
            </a:r>
            <a:endParaRPr lang="en-US">
              <a:latin typeface="Calibri Light"/>
              <a:ea typeface="Calibri Light"/>
              <a:cs typeface="Calibri Light"/>
            </a:endParaRPr>
          </a:p>
          <a:p>
            <a:r>
              <a:rPr lang="en-US" dirty="0">
                <a:latin typeface="Calibri Light"/>
                <a:ea typeface="Calibri Light"/>
                <a:cs typeface="Calibri Light"/>
              </a:rPr>
              <a:t>Understand how AI can act as a support for “substitution of vision” in some situations. </a:t>
            </a:r>
            <a:endParaRPr lang="en-US">
              <a:latin typeface="Calibri Light"/>
              <a:ea typeface="Calibri Light"/>
              <a:cs typeface="Calibri Light"/>
            </a:endParaRPr>
          </a:p>
          <a:p>
            <a:r>
              <a:rPr lang="en-US" dirty="0" err="1">
                <a:latin typeface="Calibri Light"/>
                <a:ea typeface="Calibri Light"/>
                <a:cs typeface="Calibri Light"/>
              </a:rPr>
              <a:t>Recognise</a:t>
            </a:r>
            <a:r>
              <a:rPr lang="en-US" dirty="0">
                <a:latin typeface="Calibri Light"/>
                <a:ea typeface="Calibri Light"/>
                <a:cs typeface="Calibri Light"/>
              </a:rPr>
              <a:t> the limitations and risks of using AI tools. </a:t>
            </a:r>
            <a:endParaRPr lang="en-US">
              <a:latin typeface="Calibri Light"/>
              <a:ea typeface="Calibri Light"/>
              <a:cs typeface="Calibri Light"/>
            </a:endParaRPr>
          </a:p>
          <a:p>
            <a:r>
              <a:rPr lang="en-US" dirty="0">
                <a:latin typeface="Calibri Light"/>
                <a:ea typeface="Calibri Light"/>
                <a:cs typeface="Calibri Light"/>
              </a:rPr>
              <a:t>Guide VI students to use AI safely and independently. </a:t>
            </a:r>
            <a:endParaRPr lang="en-US">
              <a:latin typeface="Calibri Light"/>
              <a:ea typeface="Calibri Light"/>
              <a:cs typeface="Calibri Light"/>
            </a:endParaRPr>
          </a:p>
          <a:p>
            <a:r>
              <a:rPr lang="en-US" dirty="0">
                <a:latin typeface="Calibri Light"/>
                <a:ea typeface="Calibri Light"/>
                <a:cs typeface="Calibri Light"/>
              </a:rPr>
              <a:t>Apply a simple verification habit before trusting AI output. </a:t>
            </a:r>
            <a:endParaRPr lang="en-US">
              <a:latin typeface="Calibri Light"/>
              <a:ea typeface="Calibri Light"/>
              <a:cs typeface="Calibri Light"/>
            </a:endParaRPr>
          </a:p>
          <a:p>
            <a:endParaRPr lang="en-US" dirty="0">
              <a:latin typeface="Calibri Light"/>
              <a:ea typeface="Calibri Light"/>
              <a:cs typeface="Calibri Light"/>
            </a:endParaRPr>
          </a:p>
        </p:txBody>
      </p:sp>
    </p:spTree>
    <p:extLst>
      <p:ext uri="{BB962C8B-B14F-4D97-AF65-F5344CB8AC3E}">
        <p14:creationId xmlns:p14="http://schemas.microsoft.com/office/powerpoint/2010/main" val="315802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D0AD0-2814-FC63-8EAE-233569CA88E0}"/>
              </a:ext>
            </a:extLst>
          </p:cNvPr>
          <p:cNvSpPr>
            <a:spLocks noGrp="1"/>
          </p:cNvSpPr>
          <p:nvPr>
            <p:ph type="title"/>
          </p:nvPr>
        </p:nvSpPr>
        <p:spPr>
          <a:xfrm>
            <a:off x="838199" y="2268"/>
            <a:ext cx="10515600" cy="1325563"/>
          </a:xfrm>
        </p:spPr>
        <p:txBody>
          <a:bodyPr/>
          <a:lstStyle/>
          <a:p>
            <a:r>
              <a:rPr lang="en-IN" b="1" dirty="0">
                <a:latin typeface="Calibri Light"/>
                <a:ea typeface="Calibri Light"/>
                <a:cs typeface="Calibri Light"/>
              </a:rPr>
              <a:t>Pre-Assessment</a:t>
            </a:r>
            <a:endParaRPr lang="en-US" b="1" dirty="0">
              <a:latin typeface="Calibri Light"/>
              <a:ea typeface="Calibri Light"/>
              <a:cs typeface="Calibri Light"/>
            </a:endParaRPr>
          </a:p>
        </p:txBody>
      </p:sp>
      <p:sp>
        <p:nvSpPr>
          <p:cNvPr id="3" name="Content Placeholder 2">
            <a:extLst>
              <a:ext uri="{FF2B5EF4-FFF2-40B4-BE49-F238E27FC236}">
                <a16:creationId xmlns:a16="http://schemas.microsoft.com/office/drawing/2014/main" id="{6A845287-D069-0D1E-0AEE-E159B1BEF503}"/>
              </a:ext>
            </a:extLst>
          </p:cNvPr>
          <p:cNvSpPr>
            <a:spLocks noGrp="1"/>
          </p:cNvSpPr>
          <p:nvPr>
            <p:ph idx="1"/>
          </p:nvPr>
        </p:nvSpPr>
        <p:spPr>
          <a:xfrm>
            <a:off x="838200" y="1332140"/>
            <a:ext cx="10515600" cy="5055280"/>
          </a:xfrm>
        </p:spPr>
        <p:txBody>
          <a:bodyPr vert="horz" lIns="91440" tIns="45720" rIns="91440" bIns="45720" rtlCol="0" anchor="t">
            <a:normAutofit/>
          </a:bodyPr>
          <a:lstStyle/>
          <a:p>
            <a:r>
              <a:rPr lang="en-IN" dirty="0">
                <a:latin typeface="Calibri Light"/>
                <a:ea typeface="Calibri Light"/>
                <a:cs typeface="Calibri Light"/>
              </a:rPr>
              <a:t>Can AI be used by the visually impaired?</a:t>
            </a:r>
            <a:endParaRPr lang="en-US" dirty="0"/>
          </a:p>
          <a:p>
            <a:r>
              <a:rPr lang="en-IN" dirty="0">
                <a:latin typeface="Calibri Light"/>
                <a:ea typeface="Calibri Light"/>
                <a:cs typeface="Calibri Light"/>
              </a:rPr>
              <a:t>Do you know any of the tools that can be used by AI </a:t>
            </a:r>
          </a:p>
          <a:p>
            <a:r>
              <a:rPr lang="en-IN" dirty="0">
                <a:latin typeface="Calibri Light"/>
                <a:ea typeface="Calibri Light"/>
                <a:cs typeface="Calibri Light"/>
              </a:rPr>
              <a:t>What are the guardrails and checks to be done when using AI as a VI person</a:t>
            </a:r>
          </a:p>
          <a:p>
            <a:endParaRPr lang="en-IN" dirty="0">
              <a:latin typeface="Calibri Light"/>
              <a:ea typeface="Calibri Light"/>
              <a:cs typeface="Calibri Light"/>
            </a:endParaRPr>
          </a:p>
          <a:p>
            <a:endParaRPr lang="en-IN"/>
          </a:p>
        </p:txBody>
      </p:sp>
    </p:spTree>
    <p:extLst>
      <p:ext uri="{BB962C8B-B14F-4D97-AF65-F5344CB8AC3E}">
        <p14:creationId xmlns:p14="http://schemas.microsoft.com/office/powerpoint/2010/main" val="3556693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02A12-42BC-AB59-FE3A-76FEDE1D5126}"/>
              </a:ext>
            </a:extLst>
          </p:cNvPr>
          <p:cNvSpPr>
            <a:spLocks noGrp="1"/>
          </p:cNvSpPr>
          <p:nvPr>
            <p:ph type="title"/>
          </p:nvPr>
        </p:nvSpPr>
        <p:spPr/>
        <p:txBody>
          <a:bodyPr/>
          <a:lstStyle/>
          <a:p>
            <a:r>
              <a:rPr lang="en-US" b="1" dirty="0">
                <a:latin typeface="Calibri Light"/>
                <a:ea typeface="Calibri Light"/>
                <a:cs typeface="Calibri Light"/>
              </a:rPr>
              <a:t>Why AI for VI?</a:t>
            </a:r>
          </a:p>
        </p:txBody>
      </p:sp>
      <p:sp>
        <p:nvSpPr>
          <p:cNvPr id="3" name="Content Placeholder 2">
            <a:extLst>
              <a:ext uri="{FF2B5EF4-FFF2-40B4-BE49-F238E27FC236}">
                <a16:creationId xmlns:a16="http://schemas.microsoft.com/office/drawing/2014/main" id="{B3161403-E955-1758-A79F-56550AB48636}"/>
              </a:ext>
            </a:extLst>
          </p:cNvPr>
          <p:cNvSpPr>
            <a:spLocks noGrp="1"/>
          </p:cNvSpPr>
          <p:nvPr>
            <p:ph idx="1"/>
          </p:nvPr>
        </p:nvSpPr>
        <p:spPr/>
        <p:txBody>
          <a:bodyPr vert="horz" lIns="91440" tIns="45720" rIns="91440" bIns="45720" rtlCol="0" anchor="t">
            <a:normAutofit/>
          </a:bodyPr>
          <a:lstStyle/>
          <a:p>
            <a:r>
              <a:rPr lang="en-US" dirty="0">
                <a:latin typeface="Calibri Light"/>
                <a:ea typeface="Calibri Light"/>
                <a:cs typeface="Calibri Light"/>
              </a:rPr>
              <a:t>AI can give access to visual information through speech, text, audio and other alternate user interfaces, making visual information accessible</a:t>
            </a:r>
          </a:p>
          <a:p>
            <a:r>
              <a:rPr lang="en-US" dirty="0">
                <a:latin typeface="Calibri Light"/>
                <a:ea typeface="Calibri Light"/>
                <a:cs typeface="Calibri Light"/>
              </a:rPr>
              <a:t>Special AI models are rigorously trained to perform many human functions that can be helpful for the VI community</a:t>
            </a:r>
          </a:p>
          <a:p>
            <a:pPr lvl="1">
              <a:buFont typeface="Courier New" panose="020B0604020202020204" pitchFamily="34" charset="0"/>
              <a:buChar char="o"/>
            </a:pPr>
            <a:r>
              <a:rPr lang="en-US" dirty="0">
                <a:latin typeface="Calibri Light"/>
                <a:ea typeface="Calibri Light"/>
                <a:cs typeface="Calibri Light"/>
              </a:rPr>
              <a:t>Image recognition</a:t>
            </a:r>
          </a:p>
          <a:p>
            <a:pPr lvl="1">
              <a:buFont typeface="Courier New" panose="020B0604020202020204" pitchFamily="34" charset="0"/>
              <a:buChar char="o"/>
            </a:pPr>
            <a:r>
              <a:rPr lang="en-US" dirty="0">
                <a:latin typeface="Calibri Light"/>
                <a:ea typeface="Calibri Light"/>
                <a:cs typeface="Calibri Light"/>
              </a:rPr>
              <a:t>Speech recognition</a:t>
            </a:r>
          </a:p>
          <a:p>
            <a:pPr lvl="1">
              <a:buFont typeface="Courier New" panose="020B0604020202020204" pitchFamily="34" charset="0"/>
              <a:buChar char="o"/>
            </a:pPr>
            <a:r>
              <a:rPr lang="en-US" dirty="0">
                <a:latin typeface="Calibri Light"/>
                <a:ea typeface="Calibri Light"/>
                <a:cs typeface="Calibri Light"/>
              </a:rPr>
              <a:t>Speech to text, text to speech conversion</a:t>
            </a:r>
          </a:p>
          <a:p>
            <a:pPr lvl="1">
              <a:buFont typeface="Courier New" panose="020B0604020202020204" pitchFamily="34" charset="0"/>
              <a:buChar char="o"/>
            </a:pPr>
            <a:r>
              <a:rPr lang="en-US" dirty="0">
                <a:latin typeface="Calibri Light"/>
                <a:ea typeface="Calibri Light"/>
                <a:cs typeface="Calibri Light"/>
              </a:rPr>
              <a:t>Language Translation, Transcription of text, audio or video</a:t>
            </a:r>
          </a:p>
          <a:p>
            <a:pPr lvl="1">
              <a:buFont typeface="Courier New" panose="020B0604020202020204" pitchFamily="34" charset="0"/>
              <a:buChar char="o"/>
            </a:pPr>
            <a:r>
              <a:rPr lang="en-US" dirty="0">
                <a:latin typeface="Calibri Light"/>
                <a:ea typeface="Calibri Light"/>
                <a:cs typeface="Calibri Light"/>
              </a:rPr>
              <a:t>OCR by converting inaccessible text to digital text</a:t>
            </a:r>
          </a:p>
        </p:txBody>
      </p:sp>
    </p:spTree>
    <p:extLst>
      <p:ext uri="{BB962C8B-B14F-4D97-AF65-F5344CB8AC3E}">
        <p14:creationId xmlns:p14="http://schemas.microsoft.com/office/powerpoint/2010/main" val="860437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D6818-E9AC-2101-F7DB-22FC2652193D}"/>
              </a:ext>
            </a:extLst>
          </p:cNvPr>
          <p:cNvSpPr>
            <a:spLocks noGrp="1"/>
          </p:cNvSpPr>
          <p:nvPr>
            <p:ph type="title"/>
          </p:nvPr>
        </p:nvSpPr>
        <p:spPr>
          <a:xfrm>
            <a:off x="838200" y="654900"/>
            <a:ext cx="10515600" cy="1325563"/>
          </a:xfrm>
        </p:spPr>
        <p:txBody>
          <a:bodyPr vert="horz" lIns="91440" tIns="45720" rIns="91440" bIns="45720" rtlCol="0" anchor="ctr">
            <a:noAutofit/>
          </a:bodyPr>
          <a:lstStyle/>
          <a:p>
            <a:r>
              <a:rPr lang="en-US" sz="4000" dirty="0">
                <a:latin typeface="Calibri Light"/>
                <a:ea typeface="Calibri Light"/>
                <a:cs typeface="Calibri Light"/>
              </a:rPr>
              <a:t>AI in Assistive Technologies and </a:t>
            </a:r>
            <a:br>
              <a:rPr lang="en-US" sz="4000" dirty="0">
                <a:latin typeface="Calibri Light"/>
                <a:ea typeface="Calibri Light"/>
                <a:cs typeface="Calibri Light"/>
              </a:rPr>
            </a:br>
            <a:r>
              <a:rPr lang="en-US" sz="4000" dirty="0">
                <a:latin typeface="Calibri Light"/>
                <a:ea typeface="Calibri Light"/>
                <a:cs typeface="Calibri Light"/>
              </a:rPr>
              <a:t>AI as Assistive Technology</a:t>
            </a:r>
          </a:p>
          <a:p>
            <a:endParaRPr lang="en-US" sz="4000" dirty="0">
              <a:latin typeface="Calibri Light"/>
              <a:ea typeface="Calibri Light"/>
              <a:cs typeface="Calibri Light"/>
            </a:endParaRPr>
          </a:p>
        </p:txBody>
      </p:sp>
      <p:graphicFrame>
        <p:nvGraphicFramePr>
          <p:cNvPr id="7" name="Table 6">
            <a:extLst>
              <a:ext uri="{FF2B5EF4-FFF2-40B4-BE49-F238E27FC236}">
                <a16:creationId xmlns:a16="http://schemas.microsoft.com/office/drawing/2014/main" id="{A77C4033-2873-5C3D-E597-370C8C861CCC}"/>
              </a:ext>
            </a:extLst>
          </p:cNvPr>
          <p:cNvGraphicFramePr>
            <a:graphicFrameLocks noGrp="1"/>
          </p:cNvGraphicFramePr>
          <p:nvPr/>
        </p:nvGraphicFramePr>
        <p:xfrm>
          <a:off x="0" y="3246120"/>
          <a:ext cx="12192000" cy="365760"/>
        </p:xfrm>
        <a:graphic>
          <a:graphicData uri="http://schemas.openxmlformats.org/drawingml/2006/table">
            <a:tbl>
              <a:tblPr bandRow="1">
                <a:tableStyleId>{5C22544A-7EE6-4342-B048-85BDC9FD1C3A}</a:tableStyleId>
              </a:tblPr>
              <a:tblGrid>
                <a:gridCol w="12192000">
                  <a:extLst>
                    <a:ext uri="{9D8B030D-6E8A-4147-A177-3AD203B41FA5}">
                      <a16:colId xmlns:a16="http://schemas.microsoft.com/office/drawing/2014/main" val="3636514384"/>
                    </a:ext>
                  </a:extLst>
                </a:gridCol>
              </a:tblGrid>
              <a:tr h="0">
                <a:tc>
                  <a:txBody>
                    <a:bodyPr/>
                    <a:lstStyle/>
                    <a:p>
                      <a:pPr>
                        <a:buNone/>
                      </a:pPr>
                      <a:endParaRPr lang="en-US"/>
                    </a:p>
                  </a:txBody>
                  <a:tcPr anchor="ctr">
                    <a:lnL>
                      <a:noFill/>
                    </a:lnL>
                    <a:lnR>
                      <a:noFill/>
                    </a:lnR>
                    <a:lnT>
                      <a:noFill/>
                    </a:lnT>
                    <a:lnB>
                      <a:noFill/>
                    </a:lnB>
                    <a:noFill/>
                  </a:tcPr>
                </a:tc>
                <a:extLst>
                  <a:ext uri="{0D108BD9-81ED-4DB2-BD59-A6C34878D82A}">
                    <a16:rowId xmlns:a16="http://schemas.microsoft.com/office/drawing/2014/main" val="1927602535"/>
                  </a:ext>
                </a:extLst>
              </a:tr>
            </a:tbl>
          </a:graphicData>
        </a:graphic>
      </p:graphicFrame>
      <p:sp>
        <p:nvSpPr>
          <p:cNvPr id="9" name="Content Placeholder 2">
            <a:extLst>
              <a:ext uri="{FF2B5EF4-FFF2-40B4-BE49-F238E27FC236}">
                <a16:creationId xmlns:a16="http://schemas.microsoft.com/office/drawing/2014/main" id="{83404187-DF35-0C6C-CB26-2BC69F93357C}"/>
              </a:ext>
            </a:extLst>
          </p:cNvPr>
          <p:cNvSpPr txBox="1">
            <a:spLocks/>
          </p:cNvSpPr>
          <p:nvPr/>
        </p:nvSpPr>
        <p:spPr>
          <a:xfrm>
            <a:off x="838200" y="1825625"/>
            <a:ext cx="105156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Calibri Light"/>
                <a:ea typeface="Calibri Light"/>
                <a:cs typeface="Calibri Light"/>
              </a:rPr>
              <a:t>Many Assistive Technology solutions are becoming AI enabled </a:t>
            </a:r>
          </a:p>
          <a:p>
            <a:pPr lvl="1">
              <a:buFont typeface="Courier New" panose="020B0604020202020204" pitchFamily="34" charset="0"/>
              <a:buChar char="o"/>
            </a:pPr>
            <a:r>
              <a:rPr lang="en-US" dirty="0">
                <a:latin typeface="Calibri Light"/>
                <a:ea typeface="Calibri Light"/>
                <a:cs typeface="Calibri Light"/>
              </a:rPr>
              <a:t>Be My Eyes -&gt; Be My AI </a:t>
            </a:r>
          </a:p>
          <a:p>
            <a:pPr lvl="1">
              <a:buFont typeface="Courier New" panose="020B0604020202020204" pitchFamily="34" charset="0"/>
              <a:buChar char="o"/>
            </a:pPr>
            <a:r>
              <a:rPr lang="en-US" dirty="0" err="1">
                <a:latin typeface="Calibri Light"/>
                <a:ea typeface="Calibri Light"/>
                <a:cs typeface="Calibri Light"/>
              </a:rPr>
              <a:t>YouDescribe</a:t>
            </a:r>
            <a:r>
              <a:rPr lang="en-US" dirty="0">
                <a:latin typeface="Calibri Light"/>
                <a:ea typeface="Calibri Light"/>
                <a:cs typeface="Calibri Light"/>
              </a:rPr>
              <a:t> volunteer led Video Transcription -&gt; AI led transcription with human verification</a:t>
            </a:r>
          </a:p>
          <a:p>
            <a:r>
              <a:rPr lang="en-US" dirty="0">
                <a:latin typeface="Calibri Light"/>
                <a:ea typeface="Calibri Light"/>
                <a:cs typeface="Calibri Light"/>
              </a:rPr>
              <a:t>AI by itself can perform functions that can help in accessibility</a:t>
            </a:r>
          </a:p>
          <a:p>
            <a:pPr lvl="1">
              <a:buFont typeface="Courier New" panose="020B0604020202020204" pitchFamily="34" charset="0"/>
              <a:buChar char="o"/>
            </a:pPr>
            <a:r>
              <a:rPr lang="en-US" dirty="0">
                <a:latin typeface="Calibri Light"/>
                <a:ea typeface="Calibri Light"/>
                <a:cs typeface="Calibri Light"/>
              </a:rPr>
              <a:t>Seeing AI – Computer Vision to convert images to textual/ audio description</a:t>
            </a:r>
          </a:p>
          <a:p>
            <a:pPr lvl="1">
              <a:buFont typeface="Courier New" panose="020B0604020202020204" pitchFamily="34" charset="0"/>
              <a:buChar char="o"/>
            </a:pPr>
            <a:r>
              <a:rPr lang="en-US" dirty="0">
                <a:latin typeface="Calibri Light"/>
                <a:ea typeface="Calibri Light"/>
                <a:cs typeface="Calibri Light"/>
              </a:rPr>
              <a:t>Generative AI to generate description of images as text / audio or creation of audio to text</a:t>
            </a:r>
          </a:p>
          <a:p>
            <a:pPr lvl="1">
              <a:buFont typeface="Courier New" panose="020B0604020202020204" pitchFamily="34" charset="0"/>
              <a:buChar char="o"/>
            </a:pPr>
            <a:r>
              <a:rPr lang="en-US" dirty="0">
                <a:latin typeface="Calibri Light"/>
                <a:ea typeface="Calibri Light"/>
                <a:cs typeface="Calibri Light"/>
              </a:rPr>
              <a:t>Knowing about </a:t>
            </a:r>
            <a:r>
              <a:rPr lang="en-US" dirty="0" err="1">
                <a:latin typeface="Calibri Light"/>
                <a:ea typeface="Calibri Light"/>
                <a:cs typeface="Calibri Light"/>
              </a:rPr>
              <a:t>colour</a:t>
            </a:r>
            <a:r>
              <a:rPr lang="en-US" dirty="0">
                <a:latin typeface="Calibri Light"/>
                <a:ea typeface="Calibri Light"/>
                <a:cs typeface="Calibri Light"/>
              </a:rPr>
              <a:t> changes in chemistry experiments using AI tools</a:t>
            </a:r>
          </a:p>
          <a:p>
            <a:r>
              <a:rPr lang="en-US" dirty="0">
                <a:latin typeface="Calibri Light"/>
                <a:ea typeface="Calibri Light"/>
                <a:cs typeface="Calibri Light"/>
              </a:rPr>
              <a:t>AI can help in compensating vision loss to a certain extent</a:t>
            </a:r>
          </a:p>
        </p:txBody>
      </p:sp>
    </p:spTree>
    <p:extLst>
      <p:ext uri="{BB962C8B-B14F-4D97-AF65-F5344CB8AC3E}">
        <p14:creationId xmlns:p14="http://schemas.microsoft.com/office/powerpoint/2010/main" val="3299072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7992D-9B4B-D2CA-7696-6BB400D6B15C}"/>
              </a:ext>
            </a:extLst>
          </p:cNvPr>
          <p:cNvSpPr>
            <a:spLocks noGrp="1"/>
          </p:cNvSpPr>
          <p:nvPr>
            <p:ph type="title"/>
          </p:nvPr>
        </p:nvSpPr>
        <p:spPr/>
        <p:txBody>
          <a:bodyPr/>
          <a:lstStyle/>
          <a:p>
            <a:r>
              <a:rPr lang="en-US" dirty="0">
                <a:latin typeface="Calibri Light"/>
                <a:ea typeface="Calibri Light"/>
                <a:cs typeface="Calibri Light"/>
              </a:rPr>
              <a:t>Some AI tools for VI users</a:t>
            </a:r>
          </a:p>
        </p:txBody>
      </p:sp>
      <p:sp>
        <p:nvSpPr>
          <p:cNvPr id="3" name="Content Placeholder 2">
            <a:extLst>
              <a:ext uri="{FF2B5EF4-FFF2-40B4-BE49-F238E27FC236}">
                <a16:creationId xmlns:a16="http://schemas.microsoft.com/office/drawing/2014/main" id="{64BBB766-D15B-EBDB-A71E-2C2794715AF3}"/>
              </a:ext>
            </a:extLst>
          </p:cNvPr>
          <p:cNvSpPr>
            <a:spLocks noGrp="1"/>
          </p:cNvSpPr>
          <p:nvPr>
            <p:ph idx="1"/>
          </p:nvPr>
        </p:nvSpPr>
        <p:spPr/>
        <p:txBody>
          <a:bodyPr vert="horz" lIns="91440" tIns="45720" rIns="91440" bIns="45720" rtlCol="0" anchor="t">
            <a:normAutofit fontScale="92500" lnSpcReduction="20000"/>
          </a:bodyPr>
          <a:lstStyle/>
          <a:p>
            <a:r>
              <a:rPr lang="en-US" dirty="0">
                <a:latin typeface="Calibri Light"/>
                <a:ea typeface="Calibri Light"/>
                <a:cs typeface="Calibri Light"/>
              </a:rPr>
              <a:t>Generative AI Tools (Covered in Module 2)</a:t>
            </a:r>
          </a:p>
          <a:p>
            <a:pPr lvl="1">
              <a:buFont typeface="Courier New" panose="020B0604020202020204" pitchFamily="34" charset="0"/>
              <a:buChar char="o"/>
            </a:pPr>
            <a:r>
              <a:rPr lang="en-US" dirty="0">
                <a:latin typeface="Calibri Light"/>
                <a:ea typeface="Calibri Light"/>
                <a:cs typeface="Calibri Light"/>
              </a:rPr>
              <a:t>Microsoft CoPilot</a:t>
            </a:r>
          </a:p>
          <a:p>
            <a:pPr lvl="1">
              <a:buFont typeface="Courier New" panose="020B0604020202020204" pitchFamily="34" charset="0"/>
              <a:buChar char="o"/>
            </a:pPr>
            <a:r>
              <a:rPr lang="en-US" dirty="0">
                <a:latin typeface="Calibri Light"/>
                <a:ea typeface="Calibri Light"/>
                <a:cs typeface="Calibri Light"/>
              </a:rPr>
              <a:t>ChatGPT</a:t>
            </a:r>
          </a:p>
          <a:p>
            <a:pPr lvl="1">
              <a:buFont typeface="Courier New" panose="020B0604020202020204" pitchFamily="34" charset="0"/>
              <a:buChar char="o"/>
            </a:pPr>
            <a:r>
              <a:rPr lang="en-US" dirty="0">
                <a:latin typeface="Calibri Light"/>
                <a:ea typeface="Calibri Light"/>
                <a:cs typeface="Calibri Light"/>
              </a:rPr>
              <a:t>Suno AI</a:t>
            </a:r>
          </a:p>
          <a:p>
            <a:pPr lvl="1">
              <a:buFont typeface="Courier New" panose="020B0604020202020204" pitchFamily="34" charset="0"/>
              <a:buChar char="o"/>
            </a:pPr>
            <a:r>
              <a:rPr lang="en-US" dirty="0">
                <a:latin typeface="Calibri Light"/>
                <a:ea typeface="Calibri Light"/>
                <a:cs typeface="Calibri Light"/>
              </a:rPr>
              <a:t>Sarvam AI </a:t>
            </a:r>
          </a:p>
          <a:p>
            <a:r>
              <a:rPr lang="en-US" dirty="0">
                <a:latin typeface="Calibri Light"/>
                <a:ea typeface="Calibri Light"/>
                <a:cs typeface="Calibri Light"/>
              </a:rPr>
              <a:t>Special AI Tools</a:t>
            </a:r>
          </a:p>
          <a:p>
            <a:pPr lvl="1">
              <a:buFont typeface="Courier New" panose="020B0604020202020204" pitchFamily="34" charset="0"/>
              <a:buChar char="o"/>
            </a:pPr>
            <a:r>
              <a:rPr lang="en-US" dirty="0">
                <a:latin typeface="Calibri Light"/>
                <a:ea typeface="Calibri Light"/>
                <a:cs typeface="Calibri Light"/>
              </a:rPr>
              <a:t>Be My AI</a:t>
            </a:r>
          </a:p>
          <a:p>
            <a:pPr lvl="1">
              <a:buFont typeface="Courier New" panose="020B0604020202020204" pitchFamily="34" charset="0"/>
              <a:buChar char="o"/>
            </a:pPr>
            <a:r>
              <a:rPr lang="en-US" dirty="0">
                <a:latin typeface="Calibri Light"/>
                <a:ea typeface="Calibri Light"/>
                <a:cs typeface="Calibri Light"/>
              </a:rPr>
              <a:t>Microsoft Seeing AI</a:t>
            </a:r>
            <a:endParaRPr lang="en-US">
              <a:latin typeface="Calibri Light"/>
              <a:ea typeface="Calibri Light"/>
              <a:cs typeface="Calibri Light"/>
            </a:endParaRPr>
          </a:p>
          <a:p>
            <a:pPr lvl="1">
              <a:buFont typeface="Courier New" panose="020B0604020202020204" pitchFamily="34" charset="0"/>
              <a:buChar char="o"/>
            </a:pPr>
            <a:r>
              <a:rPr lang="en-US" dirty="0">
                <a:latin typeface="Calibri Light"/>
                <a:ea typeface="Calibri Light"/>
                <a:cs typeface="Calibri Light"/>
              </a:rPr>
              <a:t>Google Lookout</a:t>
            </a:r>
          </a:p>
          <a:p>
            <a:pPr lvl="1">
              <a:buFont typeface="Courier New" panose="020B0604020202020204" pitchFamily="34" charset="0"/>
              <a:buChar char="o"/>
            </a:pPr>
            <a:r>
              <a:rPr lang="en-US" dirty="0">
                <a:latin typeface="Calibri Light"/>
                <a:ea typeface="Calibri Light"/>
                <a:cs typeface="Calibri Light"/>
              </a:rPr>
              <a:t>Braille AI Tutors like https://braille.academy/ai-tutor</a:t>
            </a:r>
          </a:p>
          <a:p>
            <a:pPr lvl="1">
              <a:buFont typeface="Courier New" panose="020B0604020202020204" pitchFamily="34" charset="0"/>
              <a:buChar char="o"/>
            </a:pPr>
            <a:r>
              <a:rPr lang="en-US" dirty="0">
                <a:latin typeface="Calibri Light"/>
                <a:ea typeface="Calibri Light"/>
                <a:cs typeface="Calibri Light"/>
              </a:rPr>
              <a:t>AI-Learners which help personalize learning for the students </a:t>
            </a:r>
          </a:p>
          <a:p>
            <a:pPr lvl="1">
              <a:buFont typeface="Courier New" panose="020B0604020202020204" pitchFamily="34" charset="0"/>
              <a:buChar char="o"/>
            </a:pPr>
            <a:endParaRPr lang="en-US" dirty="0">
              <a:latin typeface="Calibri Light"/>
              <a:ea typeface="Calibri Light"/>
              <a:cs typeface="Calibri Light"/>
            </a:endParaRPr>
          </a:p>
          <a:p>
            <a:r>
              <a:rPr lang="en-US" dirty="0">
                <a:latin typeface="Calibri Light"/>
                <a:ea typeface="Calibri Light"/>
                <a:cs typeface="Calibri Light"/>
              </a:rPr>
              <a:t>Some of these tools are described below. </a:t>
            </a:r>
            <a:endParaRPr lang="en-US">
              <a:latin typeface="Calibri Light"/>
              <a:ea typeface="Calibri Light"/>
              <a:cs typeface="Calibri Light"/>
            </a:endParaRPr>
          </a:p>
          <a:p>
            <a:pPr lvl="1">
              <a:buFont typeface="Courier New" panose="020B0604020202020204" pitchFamily="34" charset="0"/>
              <a:buChar char="o"/>
            </a:pPr>
            <a:endParaRPr lang="en-US" dirty="0">
              <a:latin typeface="Calibri Light"/>
              <a:ea typeface="Calibri Light"/>
              <a:cs typeface="Calibri Light"/>
            </a:endParaRPr>
          </a:p>
        </p:txBody>
      </p:sp>
    </p:spTree>
    <p:extLst>
      <p:ext uri="{BB962C8B-B14F-4D97-AF65-F5344CB8AC3E}">
        <p14:creationId xmlns:p14="http://schemas.microsoft.com/office/powerpoint/2010/main" val="2650265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3B92A-1084-4E2C-358A-CA0C7B86F9BC}"/>
              </a:ext>
            </a:extLst>
          </p:cNvPr>
          <p:cNvSpPr>
            <a:spLocks noGrp="1"/>
          </p:cNvSpPr>
          <p:nvPr>
            <p:ph type="title"/>
          </p:nvPr>
        </p:nvSpPr>
        <p:spPr/>
        <p:txBody>
          <a:bodyPr/>
          <a:lstStyle/>
          <a:p>
            <a:r>
              <a:rPr lang="en-US" dirty="0">
                <a:latin typeface="Calibri Light"/>
                <a:ea typeface="Calibri Light"/>
                <a:cs typeface="Calibri Light"/>
              </a:rPr>
              <a:t>Microsoft Seeing AI – A Visual Assistant for the Blind</a:t>
            </a:r>
          </a:p>
        </p:txBody>
      </p:sp>
      <p:sp>
        <p:nvSpPr>
          <p:cNvPr id="3" name="Content Placeholder 2">
            <a:extLst>
              <a:ext uri="{FF2B5EF4-FFF2-40B4-BE49-F238E27FC236}">
                <a16:creationId xmlns:a16="http://schemas.microsoft.com/office/drawing/2014/main" id="{C4086208-252C-4D73-98B9-C92C3260433A}"/>
              </a:ext>
            </a:extLst>
          </p:cNvPr>
          <p:cNvSpPr>
            <a:spLocks noGrp="1"/>
          </p:cNvSpPr>
          <p:nvPr>
            <p:ph idx="1"/>
          </p:nvPr>
        </p:nvSpPr>
        <p:spPr>
          <a:xfrm>
            <a:off x="838200" y="2093935"/>
            <a:ext cx="10515600" cy="4351338"/>
          </a:xfrm>
        </p:spPr>
        <p:txBody>
          <a:bodyPr vert="horz" lIns="91440" tIns="45720" rIns="91440" bIns="45720" rtlCol="0" anchor="t">
            <a:normAutofit/>
          </a:bodyPr>
          <a:lstStyle/>
          <a:p>
            <a:r>
              <a:rPr lang="en-US" dirty="0">
                <a:latin typeface="Calibri Light"/>
                <a:ea typeface="Calibri Light"/>
                <a:cs typeface="Calibri Light"/>
              </a:rPr>
              <a:t>Assistance with daily tasks like reading text, describe photos or people, objects, scenes, currency, </a:t>
            </a:r>
            <a:r>
              <a:rPr lang="en-US" dirty="0" err="1">
                <a:latin typeface="Calibri Light"/>
                <a:ea typeface="Calibri Light"/>
                <a:cs typeface="Calibri Light"/>
              </a:rPr>
              <a:t>colours</a:t>
            </a:r>
            <a:r>
              <a:rPr lang="en-US" dirty="0">
                <a:latin typeface="Calibri Light"/>
                <a:ea typeface="Calibri Light"/>
                <a:cs typeface="Calibri Light"/>
              </a:rPr>
              <a:t>, products and images. </a:t>
            </a:r>
          </a:p>
          <a:p>
            <a:r>
              <a:rPr lang="en-US" dirty="0">
                <a:latin typeface="Calibri Light"/>
                <a:ea typeface="Calibri Light"/>
                <a:cs typeface="Calibri Light"/>
              </a:rPr>
              <a:t>It is designed specifically with and for blind and low-vision users</a:t>
            </a:r>
          </a:p>
          <a:p>
            <a:r>
              <a:rPr lang="en-US" dirty="0">
                <a:latin typeface="Calibri Light"/>
                <a:ea typeface="Calibri Light"/>
                <a:cs typeface="Calibri Light"/>
              </a:rPr>
              <a:t>Vision Empower Tutorials : https://www.youtube.com/watch?v=ba-AqvGH7ag&amp;list=PLE5Q6U3y6x5YgzNeiae_hHvzml58tSiNR</a:t>
            </a:r>
            <a:endParaRPr lang="en-US">
              <a:latin typeface="Calibri Light"/>
              <a:ea typeface="Calibri Light"/>
              <a:cs typeface="Calibri Light"/>
            </a:endParaRPr>
          </a:p>
        </p:txBody>
      </p:sp>
      <p:pic>
        <p:nvPicPr>
          <p:cNvPr id="4" name="Picture 3">
            <a:extLst>
              <a:ext uri="{FF2B5EF4-FFF2-40B4-BE49-F238E27FC236}">
                <a16:creationId xmlns:a16="http://schemas.microsoft.com/office/drawing/2014/main" id="{60C1A8A5-5D95-97E1-030A-1694A3361604}"/>
              </a:ext>
            </a:extLst>
          </p:cNvPr>
          <p:cNvPicPr>
            <a:picLocks noChangeAspect="1"/>
          </p:cNvPicPr>
          <p:nvPr/>
        </p:nvPicPr>
        <p:blipFill>
          <a:blip r:embed="rId2"/>
          <a:stretch>
            <a:fillRect/>
          </a:stretch>
        </p:blipFill>
        <p:spPr>
          <a:xfrm>
            <a:off x="11270558" y="1026485"/>
            <a:ext cx="694522" cy="673057"/>
          </a:xfrm>
          <a:prstGeom prst="rect">
            <a:avLst/>
          </a:prstGeom>
        </p:spPr>
      </p:pic>
      <p:pic>
        <p:nvPicPr>
          <p:cNvPr id="5" name="Picture 4">
            <a:extLst>
              <a:ext uri="{FF2B5EF4-FFF2-40B4-BE49-F238E27FC236}">
                <a16:creationId xmlns:a16="http://schemas.microsoft.com/office/drawing/2014/main" id="{2D338AFE-733C-D160-C00C-BBA85667A959}"/>
              </a:ext>
            </a:extLst>
          </p:cNvPr>
          <p:cNvPicPr>
            <a:picLocks noChangeAspect="1"/>
          </p:cNvPicPr>
          <p:nvPr/>
        </p:nvPicPr>
        <p:blipFill>
          <a:blip r:embed="rId3"/>
          <a:stretch>
            <a:fillRect/>
          </a:stretch>
        </p:blipFill>
        <p:spPr>
          <a:xfrm>
            <a:off x="8648834" y="1061301"/>
            <a:ext cx="2288952" cy="657091"/>
          </a:xfrm>
          <a:prstGeom prst="rect">
            <a:avLst/>
          </a:prstGeom>
        </p:spPr>
      </p:pic>
    </p:spTree>
    <p:extLst>
      <p:ext uri="{BB962C8B-B14F-4D97-AF65-F5344CB8AC3E}">
        <p14:creationId xmlns:p14="http://schemas.microsoft.com/office/powerpoint/2010/main" val="4080687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B4817-F96B-521D-DB38-8B7C830B3CEC}"/>
              </a:ext>
            </a:extLst>
          </p:cNvPr>
          <p:cNvSpPr>
            <a:spLocks noGrp="1"/>
          </p:cNvSpPr>
          <p:nvPr>
            <p:ph type="title"/>
          </p:nvPr>
        </p:nvSpPr>
        <p:spPr/>
        <p:txBody>
          <a:bodyPr/>
          <a:lstStyle/>
          <a:p>
            <a:r>
              <a:rPr lang="en-US" dirty="0">
                <a:latin typeface="Calibri Light"/>
                <a:ea typeface="Calibri Light"/>
                <a:cs typeface="Calibri Light"/>
              </a:rPr>
              <a:t>Be My AI – AI Powered Assistant to Virtual Volunteer Be My Eyes</a:t>
            </a:r>
          </a:p>
        </p:txBody>
      </p:sp>
      <p:sp>
        <p:nvSpPr>
          <p:cNvPr id="3" name="Content Placeholder 2">
            <a:extLst>
              <a:ext uri="{FF2B5EF4-FFF2-40B4-BE49-F238E27FC236}">
                <a16:creationId xmlns:a16="http://schemas.microsoft.com/office/drawing/2014/main" id="{D351E6D3-A6D5-0E15-D18C-E293FE6BE7EE}"/>
              </a:ext>
            </a:extLst>
          </p:cNvPr>
          <p:cNvSpPr>
            <a:spLocks noGrp="1"/>
          </p:cNvSpPr>
          <p:nvPr>
            <p:ph idx="1"/>
          </p:nvPr>
        </p:nvSpPr>
        <p:spPr/>
        <p:txBody>
          <a:bodyPr vert="horz" lIns="91440" tIns="45720" rIns="91440" bIns="45720" rtlCol="0" anchor="t">
            <a:noAutofit/>
          </a:bodyPr>
          <a:lstStyle/>
          <a:p>
            <a:r>
              <a:rPr lang="en-US" sz="2000" dirty="0">
                <a:latin typeface="Calibri Light"/>
                <a:ea typeface="Calibri Light"/>
                <a:cs typeface="Calibri Light"/>
              </a:rPr>
              <a:t>Have you used Be My Eyes as a VI person or as a volunteer?</a:t>
            </a:r>
          </a:p>
          <a:p>
            <a:r>
              <a:rPr lang="en-US" sz="2000" dirty="0">
                <a:latin typeface="Calibri Light"/>
                <a:ea typeface="Calibri Light"/>
                <a:cs typeface="Calibri Light"/>
              </a:rPr>
              <a:t>Be My AI is a digital visual assistant built into the </a:t>
            </a:r>
            <a:r>
              <a:rPr lang="en-US" sz="2000" u="sng" dirty="0">
                <a:latin typeface="Calibri Light"/>
                <a:ea typeface="Calibri Light"/>
                <a:cs typeface="Calibri Light"/>
                <a:hlinkClick r:id="rId2"/>
              </a:rPr>
              <a:t>Be My Eyes</a:t>
            </a:r>
            <a:r>
              <a:rPr lang="en-US" sz="2000" dirty="0">
                <a:latin typeface="Calibri Light"/>
                <a:ea typeface="Calibri Light"/>
                <a:cs typeface="Calibri Light"/>
              </a:rPr>
              <a:t> app that uses artificial intelligence to describe images and answer questions for people who are blind or have low vision.</a:t>
            </a:r>
          </a:p>
          <a:p>
            <a:r>
              <a:rPr lang="en-US" sz="2000" b="1" dirty="0">
                <a:latin typeface="Calibri Light"/>
                <a:ea typeface="Calibri Light"/>
                <a:cs typeface="Calibri Light"/>
              </a:rPr>
              <a:t>Take Pictures</a:t>
            </a:r>
            <a:r>
              <a:rPr lang="en-US" sz="2000" dirty="0">
                <a:latin typeface="Calibri Light"/>
                <a:ea typeface="Calibri Light"/>
                <a:cs typeface="Calibri Light"/>
              </a:rPr>
              <a:t>: Capture photos using your phone camera to get detailed descriptions of your surroundings.</a:t>
            </a:r>
          </a:p>
          <a:p>
            <a:r>
              <a:rPr lang="en-US" sz="2000" b="1" dirty="0">
                <a:latin typeface="Calibri Light"/>
                <a:ea typeface="Calibri Light"/>
                <a:cs typeface="Calibri Light"/>
              </a:rPr>
              <a:t>Ask Follow-Ups</a:t>
            </a:r>
            <a:r>
              <a:rPr lang="en-US" sz="2000" dirty="0">
                <a:latin typeface="Calibri Light"/>
                <a:ea typeface="Calibri Light"/>
                <a:cs typeface="Calibri Light"/>
              </a:rPr>
              <a:t>: Chat with the AI to ask specific questions about objects, text, or details in the photo.</a:t>
            </a:r>
          </a:p>
          <a:p>
            <a:r>
              <a:rPr lang="en-US" sz="2000" b="1" dirty="0">
                <a:latin typeface="Calibri Light"/>
                <a:ea typeface="Calibri Light"/>
                <a:cs typeface="Calibri Light"/>
              </a:rPr>
              <a:t>Share Images</a:t>
            </a:r>
            <a:r>
              <a:rPr lang="en-US" sz="2000" dirty="0">
                <a:latin typeface="Calibri Light"/>
                <a:ea typeface="Calibri Light"/>
                <a:cs typeface="Calibri Light"/>
              </a:rPr>
              <a:t>: Send pictures directly from your photo gallery, social media, or messaging apps like WhatsApp using the share menu.</a:t>
            </a:r>
          </a:p>
          <a:p>
            <a:r>
              <a:rPr lang="en-US" sz="2000" b="1" dirty="0">
                <a:solidFill>
                  <a:srgbClr val="0070C0"/>
                </a:solidFill>
                <a:latin typeface="Calibri Light"/>
                <a:ea typeface="Calibri Light"/>
                <a:cs typeface="Calibri Light"/>
              </a:rPr>
              <a:t>Human Backup: Connect with a live human volunteer if you need extra help or have urgent safety questions.</a:t>
            </a:r>
          </a:p>
          <a:p>
            <a:r>
              <a:rPr lang="en-US" sz="2000" dirty="0">
                <a:latin typeface="Calibri Light"/>
                <a:ea typeface="Calibri Light"/>
                <a:cs typeface="Calibri Light"/>
              </a:rPr>
              <a:t>Vision Empower Tutorials: https://www.youtube.com/watch?v=5ifjPWXYZjs&amp;list=PLE5Q6U3y6x5aDK964XeWeSEnlnlEwlp56</a:t>
            </a:r>
          </a:p>
        </p:txBody>
      </p:sp>
      <p:pic>
        <p:nvPicPr>
          <p:cNvPr id="4" name="Picture 3">
            <a:extLst>
              <a:ext uri="{FF2B5EF4-FFF2-40B4-BE49-F238E27FC236}">
                <a16:creationId xmlns:a16="http://schemas.microsoft.com/office/drawing/2014/main" id="{AB3232CB-2362-30FD-8A6D-F0DA44240415}"/>
              </a:ext>
            </a:extLst>
          </p:cNvPr>
          <p:cNvPicPr>
            <a:picLocks noChangeAspect="1"/>
          </p:cNvPicPr>
          <p:nvPr/>
        </p:nvPicPr>
        <p:blipFill>
          <a:blip r:embed="rId3"/>
          <a:stretch>
            <a:fillRect/>
          </a:stretch>
        </p:blipFill>
        <p:spPr>
          <a:xfrm>
            <a:off x="8057949" y="1026822"/>
            <a:ext cx="1624751" cy="693850"/>
          </a:xfrm>
          <a:prstGeom prst="rect">
            <a:avLst/>
          </a:prstGeom>
        </p:spPr>
      </p:pic>
      <p:pic>
        <p:nvPicPr>
          <p:cNvPr id="5" name="Picture 4">
            <a:extLst>
              <a:ext uri="{FF2B5EF4-FFF2-40B4-BE49-F238E27FC236}">
                <a16:creationId xmlns:a16="http://schemas.microsoft.com/office/drawing/2014/main" id="{DB483EBF-3077-3E0B-91C1-7D08CC60BE6C}"/>
              </a:ext>
            </a:extLst>
          </p:cNvPr>
          <p:cNvPicPr>
            <a:picLocks noChangeAspect="1"/>
          </p:cNvPicPr>
          <p:nvPr/>
        </p:nvPicPr>
        <p:blipFill>
          <a:blip r:embed="rId4"/>
          <a:stretch>
            <a:fillRect/>
          </a:stretch>
        </p:blipFill>
        <p:spPr>
          <a:xfrm>
            <a:off x="10016678" y="1026822"/>
            <a:ext cx="2075378" cy="672386"/>
          </a:xfrm>
          <a:prstGeom prst="rect">
            <a:avLst/>
          </a:prstGeom>
        </p:spPr>
      </p:pic>
    </p:spTree>
    <p:extLst>
      <p:ext uri="{BB962C8B-B14F-4D97-AF65-F5344CB8AC3E}">
        <p14:creationId xmlns:p14="http://schemas.microsoft.com/office/powerpoint/2010/main" val="65173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50285-8739-C280-80A4-AC1E92662CA9}"/>
              </a:ext>
            </a:extLst>
          </p:cNvPr>
          <p:cNvSpPr>
            <a:spLocks noGrp="1"/>
          </p:cNvSpPr>
          <p:nvPr>
            <p:ph type="title"/>
          </p:nvPr>
        </p:nvSpPr>
        <p:spPr/>
        <p:txBody>
          <a:bodyPr/>
          <a:lstStyle/>
          <a:p>
            <a:r>
              <a:rPr lang="en-US" dirty="0">
                <a:latin typeface="Calibri Light"/>
                <a:ea typeface="Calibri Light"/>
                <a:cs typeface="Calibri Light"/>
              </a:rPr>
              <a:t>Microsoft CoPilot</a:t>
            </a:r>
          </a:p>
        </p:txBody>
      </p:sp>
      <p:sp>
        <p:nvSpPr>
          <p:cNvPr id="3" name="Content Placeholder 2">
            <a:extLst>
              <a:ext uri="{FF2B5EF4-FFF2-40B4-BE49-F238E27FC236}">
                <a16:creationId xmlns:a16="http://schemas.microsoft.com/office/drawing/2014/main" id="{F4EADE64-FAC4-E24D-4906-DC1255435947}"/>
              </a:ext>
            </a:extLst>
          </p:cNvPr>
          <p:cNvSpPr>
            <a:spLocks noGrp="1"/>
          </p:cNvSpPr>
          <p:nvPr>
            <p:ph idx="1"/>
          </p:nvPr>
        </p:nvSpPr>
        <p:spPr/>
        <p:txBody>
          <a:bodyPr vert="horz" lIns="91440" tIns="45720" rIns="91440" bIns="45720" rtlCol="0" anchor="t">
            <a:noAutofit/>
          </a:bodyPr>
          <a:lstStyle/>
          <a:p>
            <a:r>
              <a:rPr lang="en-US" sz="2200" b="1" dirty="0">
                <a:latin typeface="Calibri Light"/>
                <a:ea typeface="Calibri Light"/>
                <a:cs typeface="Calibri Light"/>
              </a:rPr>
              <a:t>Gen AI </a:t>
            </a:r>
            <a:r>
              <a:rPr lang="en-US" sz="2200" dirty="0">
                <a:latin typeface="Calibri Light"/>
                <a:ea typeface="Calibri Light"/>
                <a:cs typeface="Calibri Light"/>
              </a:rPr>
              <a:t>that can </a:t>
            </a:r>
            <a:r>
              <a:rPr lang="en-US" sz="2200" b="1" dirty="0">
                <a:latin typeface="Calibri Light"/>
                <a:ea typeface="Calibri Light"/>
                <a:cs typeface="Calibri Light"/>
              </a:rPr>
              <a:t>convert visual data into descriptive text</a:t>
            </a:r>
            <a:r>
              <a:rPr lang="en-US" sz="2200" dirty="0">
                <a:latin typeface="Calibri Light"/>
                <a:ea typeface="Calibri Light"/>
                <a:cs typeface="Calibri Light"/>
              </a:rPr>
              <a:t>, reading screen content aloud, and supporting screen readers like NVDA and Narrator</a:t>
            </a:r>
          </a:p>
          <a:p>
            <a:r>
              <a:rPr lang="en-US" sz="2200" dirty="0">
                <a:latin typeface="Calibri Light"/>
                <a:ea typeface="Calibri Light"/>
                <a:cs typeface="Calibri Light"/>
              </a:rPr>
              <a:t>Users can paste </a:t>
            </a:r>
            <a:r>
              <a:rPr lang="en-US" sz="2200" b="1" dirty="0">
                <a:latin typeface="Calibri Light"/>
                <a:ea typeface="Calibri Light"/>
                <a:cs typeface="Calibri Light"/>
              </a:rPr>
              <a:t>graphs, charts, or photos </a:t>
            </a:r>
            <a:r>
              <a:rPr lang="en-US" sz="2200" dirty="0">
                <a:latin typeface="Calibri Light"/>
                <a:ea typeface="Calibri Light"/>
                <a:cs typeface="Calibri Light"/>
              </a:rPr>
              <a:t>into Copilot and ask it to describe visual elements in detail</a:t>
            </a:r>
          </a:p>
          <a:p>
            <a:r>
              <a:rPr lang="en-US" sz="2200" dirty="0">
                <a:latin typeface="Calibri Light"/>
                <a:ea typeface="Calibri Light"/>
                <a:cs typeface="Calibri Light"/>
              </a:rPr>
              <a:t>Screen Reading Support: Works with Windows Narrator and third-party screen readers to read web pages, emails, and documents aloud with natural voices</a:t>
            </a:r>
          </a:p>
          <a:p>
            <a:r>
              <a:rPr lang="en-US" sz="2200" dirty="0">
                <a:latin typeface="Calibri Light"/>
                <a:ea typeface="Calibri Light"/>
                <a:cs typeface="Calibri Light"/>
              </a:rPr>
              <a:t>Allows users to share their active screen or window and interact entirely via natural voice commands without needing to see the layout. </a:t>
            </a:r>
          </a:p>
          <a:p>
            <a:r>
              <a:rPr lang="en-US" sz="2200" dirty="0">
                <a:latin typeface="Calibri Light"/>
                <a:ea typeface="Calibri Light"/>
                <a:cs typeface="Calibri Light"/>
              </a:rPr>
              <a:t>Vision Empower Tutorials : </a:t>
            </a:r>
            <a:r>
              <a:rPr lang="en-US" sz="2200" dirty="0">
                <a:latin typeface="Calibri Light"/>
                <a:ea typeface="Calibri Light"/>
                <a:cs typeface="Calibri Light"/>
                <a:hlinkClick r:id="rId2"/>
              </a:rPr>
              <a:t>https://www.youtube.com/watch?v=xZgO4QBKGrU&amp;list=PLE5Q6U3y6x5boMKBiqa0ZuvX-kDdp5nOn</a:t>
            </a:r>
            <a:endParaRPr lang="en-US" sz="2200" dirty="0">
              <a:latin typeface="Calibri Light"/>
              <a:ea typeface="Calibri Light"/>
              <a:cs typeface="Calibri Light"/>
            </a:endParaRPr>
          </a:p>
          <a:p>
            <a:endParaRPr lang="en-US" sz="2200" dirty="0">
              <a:latin typeface="Calibri Light"/>
              <a:ea typeface="Calibri Light"/>
              <a:cs typeface="Calibri Light"/>
            </a:endParaRPr>
          </a:p>
        </p:txBody>
      </p:sp>
      <p:pic>
        <p:nvPicPr>
          <p:cNvPr id="6" name="Picture 5" descr="A close up of a logo&#10;&#10;AI-generated content may be incorrect.">
            <a:extLst>
              <a:ext uri="{FF2B5EF4-FFF2-40B4-BE49-F238E27FC236}">
                <a16:creationId xmlns:a16="http://schemas.microsoft.com/office/drawing/2014/main" id="{72D52128-2D3F-A724-89D6-CC5D758D7087}"/>
              </a:ext>
            </a:extLst>
          </p:cNvPr>
          <p:cNvPicPr>
            <a:picLocks noChangeAspect="1"/>
          </p:cNvPicPr>
          <p:nvPr/>
        </p:nvPicPr>
        <p:blipFill>
          <a:blip r:embed="rId3"/>
          <a:stretch>
            <a:fillRect/>
          </a:stretch>
        </p:blipFill>
        <p:spPr>
          <a:xfrm>
            <a:off x="8648834" y="835921"/>
            <a:ext cx="2288952" cy="657091"/>
          </a:xfrm>
          <a:prstGeom prst="rect">
            <a:avLst/>
          </a:prstGeom>
        </p:spPr>
      </p:pic>
      <p:pic>
        <p:nvPicPr>
          <p:cNvPr id="7" name="Picture 6">
            <a:extLst>
              <a:ext uri="{FF2B5EF4-FFF2-40B4-BE49-F238E27FC236}">
                <a16:creationId xmlns:a16="http://schemas.microsoft.com/office/drawing/2014/main" id="{00DB8AAA-980F-EF7B-B021-C9FEA015F279}"/>
              </a:ext>
            </a:extLst>
          </p:cNvPr>
          <p:cNvPicPr>
            <a:picLocks noChangeAspect="1"/>
          </p:cNvPicPr>
          <p:nvPr/>
        </p:nvPicPr>
        <p:blipFill>
          <a:blip r:embed="rId4"/>
          <a:stretch>
            <a:fillRect/>
          </a:stretch>
        </p:blipFill>
        <p:spPr>
          <a:xfrm>
            <a:off x="11025858" y="642133"/>
            <a:ext cx="1044397" cy="948074"/>
          </a:xfrm>
          <a:prstGeom prst="rect">
            <a:avLst/>
          </a:prstGeom>
        </p:spPr>
      </p:pic>
    </p:spTree>
    <p:extLst>
      <p:ext uri="{BB962C8B-B14F-4D97-AF65-F5344CB8AC3E}">
        <p14:creationId xmlns:p14="http://schemas.microsoft.com/office/powerpoint/2010/main" val="2755870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8FF3D-BE73-A585-4D2F-F20A4A43F82F}"/>
              </a:ext>
            </a:extLst>
          </p:cNvPr>
          <p:cNvSpPr>
            <a:spLocks noGrp="1"/>
          </p:cNvSpPr>
          <p:nvPr>
            <p:ph type="title"/>
          </p:nvPr>
        </p:nvSpPr>
        <p:spPr/>
        <p:txBody>
          <a:bodyPr/>
          <a:lstStyle/>
          <a:p>
            <a:r>
              <a:rPr lang="en-US" dirty="0">
                <a:latin typeface="Calibri Light"/>
                <a:ea typeface="Calibri Light"/>
                <a:cs typeface="Calibri Light"/>
              </a:rPr>
              <a:t>AI-enabled smart glasses</a:t>
            </a:r>
            <a:endParaRPr lang="en-US">
              <a:latin typeface="Calibri Light"/>
              <a:ea typeface="Calibri Light"/>
              <a:cs typeface="Calibri Light"/>
            </a:endParaRPr>
          </a:p>
        </p:txBody>
      </p:sp>
      <p:sp>
        <p:nvSpPr>
          <p:cNvPr id="3" name="Content Placeholder 2">
            <a:extLst>
              <a:ext uri="{FF2B5EF4-FFF2-40B4-BE49-F238E27FC236}">
                <a16:creationId xmlns:a16="http://schemas.microsoft.com/office/drawing/2014/main" id="{4BEB626B-26F6-9FB0-63F4-24A44EE9EB1A}"/>
              </a:ext>
            </a:extLst>
          </p:cNvPr>
          <p:cNvSpPr>
            <a:spLocks noGrp="1"/>
          </p:cNvSpPr>
          <p:nvPr>
            <p:ph idx="1"/>
          </p:nvPr>
        </p:nvSpPr>
        <p:spPr>
          <a:xfrm>
            <a:off x="838200" y="1825625"/>
            <a:ext cx="7199291" cy="4351338"/>
          </a:xfrm>
        </p:spPr>
        <p:txBody>
          <a:bodyPr vert="horz" lIns="91440" tIns="45720" rIns="91440" bIns="45720" rtlCol="0" anchor="t">
            <a:normAutofit/>
          </a:bodyPr>
          <a:lstStyle/>
          <a:p>
            <a:r>
              <a:rPr lang="en-US" dirty="0">
                <a:latin typeface="Calibri Light"/>
                <a:ea typeface="Calibri Light"/>
                <a:cs typeface="Calibri Light"/>
              </a:rPr>
              <a:t>Envision Glasses and Meta AI-enabled glasses are being explored for hands-free visual assistance</a:t>
            </a:r>
          </a:p>
          <a:p>
            <a:r>
              <a:rPr lang="en-US" dirty="0">
                <a:latin typeface="Calibri Light"/>
                <a:ea typeface="Calibri Light"/>
                <a:cs typeface="Calibri Light"/>
              </a:rPr>
              <a:t>Be My Eyes has also been integrated with Meta AI glasses, allowing users to receive visual assistance through wearable technology.</a:t>
            </a:r>
            <a:endParaRPr lang="en-US">
              <a:latin typeface="Calibri Light"/>
              <a:ea typeface="Calibri Light"/>
              <a:cs typeface="Calibri Light"/>
            </a:endParaRPr>
          </a:p>
        </p:txBody>
      </p:sp>
      <p:pic>
        <p:nvPicPr>
          <p:cNvPr id="4" name="Picture 3" descr="Photograph of black Ray-Ban Wayfarer sunglasses with dark green lenses, showcasing a classic rectangular frame design. The sunglasses feature subtle branding on the temple and lens, highlighting a stylish and timeless accessory.&#10;&#10;AI-generated content may be incorrect.">
            <a:extLst>
              <a:ext uri="{FF2B5EF4-FFF2-40B4-BE49-F238E27FC236}">
                <a16:creationId xmlns:a16="http://schemas.microsoft.com/office/drawing/2014/main" id="{95B77155-D27E-77F8-87BA-F0EBBD3C3414}"/>
              </a:ext>
            </a:extLst>
          </p:cNvPr>
          <p:cNvPicPr>
            <a:picLocks noChangeAspect="1"/>
          </p:cNvPicPr>
          <p:nvPr/>
        </p:nvPicPr>
        <p:blipFill>
          <a:blip r:embed="rId2"/>
          <a:stretch>
            <a:fillRect/>
          </a:stretch>
        </p:blipFill>
        <p:spPr>
          <a:xfrm>
            <a:off x="8181237" y="1968320"/>
            <a:ext cx="3900287" cy="1794457"/>
          </a:xfrm>
          <a:prstGeom prst="rect">
            <a:avLst/>
          </a:prstGeom>
        </p:spPr>
      </p:pic>
    </p:spTree>
    <p:extLst>
      <p:ext uri="{BB962C8B-B14F-4D97-AF65-F5344CB8AC3E}">
        <p14:creationId xmlns:p14="http://schemas.microsoft.com/office/powerpoint/2010/main" val="1956021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23924-15E0-CEB3-1744-92D7293182E2}"/>
              </a:ext>
            </a:extLst>
          </p:cNvPr>
          <p:cNvSpPr>
            <a:spLocks noGrp="1"/>
          </p:cNvSpPr>
          <p:nvPr>
            <p:ph type="title"/>
          </p:nvPr>
        </p:nvSpPr>
        <p:spPr/>
        <p:txBody>
          <a:bodyPr/>
          <a:lstStyle/>
          <a:p>
            <a:r>
              <a:rPr lang="en-US" dirty="0">
                <a:latin typeface="Calibri Light"/>
                <a:ea typeface="Calibri Light"/>
                <a:cs typeface="Calibri Light"/>
              </a:rPr>
              <a:t>Risks and limitations</a:t>
            </a:r>
          </a:p>
          <a:p>
            <a:endParaRPr lang="en-US" dirty="0">
              <a:latin typeface="Calibri Light"/>
              <a:ea typeface="Calibri Light"/>
              <a:cs typeface="Calibri Light"/>
            </a:endParaRPr>
          </a:p>
        </p:txBody>
      </p:sp>
      <p:sp>
        <p:nvSpPr>
          <p:cNvPr id="3" name="Content Placeholder 2">
            <a:extLst>
              <a:ext uri="{FF2B5EF4-FFF2-40B4-BE49-F238E27FC236}">
                <a16:creationId xmlns:a16="http://schemas.microsoft.com/office/drawing/2014/main" id="{4C133B5D-275E-7E6E-3E45-A4036068325F}"/>
              </a:ext>
            </a:extLst>
          </p:cNvPr>
          <p:cNvSpPr>
            <a:spLocks noGrp="1"/>
          </p:cNvSpPr>
          <p:nvPr>
            <p:ph idx="1"/>
          </p:nvPr>
        </p:nvSpPr>
        <p:spPr>
          <a:xfrm>
            <a:off x="838200" y="1418350"/>
            <a:ext cx="10515600" cy="5441785"/>
          </a:xfrm>
        </p:spPr>
        <p:txBody>
          <a:bodyPr vert="horz" lIns="91440" tIns="45720" rIns="91440" bIns="45720" rtlCol="0" anchor="t">
            <a:normAutofit fontScale="85000" lnSpcReduction="10000"/>
          </a:bodyPr>
          <a:lstStyle/>
          <a:p>
            <a:r>
              <a:rPr lang="en-US" b="1" dirty="0">
                <a:latin typeface="Calibri Light"/>
                <a:ea typeface="Calibri Light"/>
                <a:cs typeface="Calibri Light"/>
              </a:rPr>
              <a:t>AI can be wrong </a:t>
            </a:r>
            <a:r>
              <a:rPr lang="en-US" dirty="0">
                <a:latin typeface="Calibri Light"/>
                <a:ea typeface="Calibri Light"/>
                <a:cs typeface="Calibri Light"/>
              </a:rPr>
              <a:t>even when it sounds confident.</a:t>
            </a:r>
          </a:p>
          <a:p>
            <a:r>
              <a:rPr lang="en-US" dirty="0">
                <a:latin typeface="Calibri Light"/>
                <a:ea typeface="Calibri Light"/>
                <a:cs typeface="Calibri Light"/>
              </a:rPr>
              <a:t>Tools </a:t>
            </a:r>
            <a:r>
              <a:rPr lang="en-US" b="1" dirty="0">
                <a:latin typeface="Calibri Light"/>
                <a:ea typeface="Calibri Light"/>
                <a:cs typeface="Calibri Light"/>
              </a:rPr>
              <a:t>can misread </a:t>
            </a:r>
            <a:r>
              <a:rPr lang="en-US" dirty="0">
                <a:latin typeface="Calibri Light"/>
                <a:ea typeface="Calibri Light"/>
                <a:cs typeface="Calibri Light"/>
              </a:rPr>
              <a:t>text, miss details, describe an image incorrectly, or give incomplete information. </a:t>
            </a:r>
          </a:p>
          <a:p>
            <a:r>
              <a:rPr lang="en-US" dirty="0">
                <a:latin typeface="Calibri Light"/>
                <a:ea typeface="Calibri Light"/>
                <a:cs typeface="Calibri Light"/>
              </a:rPr>
              <a:t>They </a:t>
            </a:r>
            <a:r>
              <a:rPr lang="en-US" b="1" dirty="0">
                <a:latin typeface="Calibri Light"/>
                <a:ea typeface="Calibri Light"/>
                <a:cs typeface="Calibri Light"/>
              </a:rPr>
              <a:t>should not be used as the final authority in high-risk situations</a:t>
            </a:r>
            <a:endParaRPr lang="en-US" dirty="0">
              <a:latin typeface="Calibri Light"/>
              <a:ea typeface="Calibri Light"/>
              <a:cs typeface="Calibri Light"/>
            </a:endParaRPr>
          </a:p>
          <a:p>
            <a:r>
              <a:rPr lang="en-US" dirty="0">
                <a:latin typeface="Calibri Light"/>
                <a:ea typeface="Calibri Light"/>
                <a:cs typeface="Calibri Light"/>
              </a:rPr>
              <a:t> VI users should </a:t>
            </a:r>
            <a:r>
              <a:rPr lang="en-US" b="1" dirty="0">
                <a:latin typeface="Calibri Light"/>
                <a:ea typeface="Calibri Light"/>
                <a:cs typeface="Calibri Light"/>
              </a:rPr>
              <a:t>avoid depending only on AI for medicines, dosage, allergens, road crossing, legal documents, exams, financial transactions, identity verification, or emergency decisions</a:t>
            </a:r>
            <a:r>
              <a:rPr lang="en-US" dirty="0">
                <a:latin typeface="Calibri Light"/>
                <a:ea typeface="Calibri Light"/>
                <a:cs typeface="Calibri Light"/>
              </a:rPr>
              <a:t> </a:t>
            </a:r>
          </a:p>
          <a:p>
            <a:r>
              <a:rPr lang="en-US" dirty="0">
                <a:latin typeface="Calibri Light"/>
                <a:ea typeface="Calibri Light"/>
                <a:cs typeface="Calibri Light"/>
              </a:rPr>
              <a:t>Be My Eyes specifically says not to use Be My AI for scanning medicines, reading dosages, or other safety issues. </a:t>
            </a:r>
          </a:p>
          <a:p>
            <a:r>
              <a:rPr lang="en-US" dirty="0">
                <a:latin typeface="Calibri Light"/>
                <a:ea typeface="Calibri Light"/>
                <a:cs typeface="Calibri Light"/>
              </a:rPr>
              <a:t>Image descriptions may miss context, facial recognition may be incorrect</a:t>
            </a:r>
          </a:p>
          <a:p>
            <a:r>
              <a:rPr lang="en-US" sz="2600" dirty="0">
                <a:latin typeface="Calibri Light"/>
                <a:ea typeface="Calibri Light"/>
                <a:cs typeface="Calibri Light"/>
              </a:rPr>
              <a:t>Good lighting and contrast plays an important role in the proper description of images </a:t>
            </a:r>
          </a:p>
          <a:p>
            <a:r>
              <a:rPr lang="en-US" dirty="0">
                <a:latin typeface="Calibri Light"/>
                <a:ea typeface="Calibri Light"/>
                <a:cs typeface="Calibri Light"/>
              </a:rPr>
              <a:t>Privacy must be protected, personal, sensitive, confidential data should not be shared</a:t>
            </a:r>
          </a:p>
          <a:p>
            <a:r>
              <a:rPr lang="en-US" dirty="0">
                <a:latin typeface="Calibri Light"/>
                <a:ea typeface="Calibri Light"/>
                <a:cs typeface="Calibri Light"/>
              </a:rPr>
              <a:t>AI may increase overdependence, causing harm to creativity and critical thinking</a:t>
            </a:r>
            <a:endParaRPr lang="en-US" b="1" dirty="0">
              <a:latin typeface="Calibri Light"/>
              <a:ea typeface="Calibri Light"/>
              <a:cs typeface="Calibri Light"/>
            </a:endParaRPr>
          </a:p>
        </p:txBody>
      </p:sp>
    </p:spTree>
    <p:extLst>
      <p:ext uri="{BB962C8B-B14F-4D97-AF65-F5344CB8AC3E}">
        <p14:creationId xmlns:p14="http://schemas.microsoft.com/office/powerpoint/2010/main" val="2341856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64CF9C6-FAEA-6B78-407E-4D6F6011076A}"/>
              </a:ext>
            </a:extLst>
          </p:cNvPr>
          <p:cNvPicPr>
            <a:picLocks noGrp="1" noChangeAspect="1"/>
          </p:cNvPicPr>
          <p:nvPr>
            <p:ph idx="1"/>
          </p:nvPr>
        </p:nvPicPr>
        <p:blipFill>
          <a:blip r:embed="rId3"/>
          <a:stretch>
            <a:fillRect/>
          </a:stretch>
        </p:blipFill>
        <p:spPr>
          <a:xfrm>
            <a:off x="61584" y="-1505"/>
            <a:ext cx="8048625" cy="1200150"/>
          </a:xfrm>
          <a:prstGeom prst="rect">
            <a:avLst/>
          </a:prstGeom>
        </p:spPr>
      </p:pic>
      <p:pic>
        <p:nvPicPr>
          <p:cNvPr id="5" name="Picture 4">
            <a:extLst>
              <a:ext uri="{FF2B5EF4-FFF2-40B4-BE49-F238E27FC236}">
                <a16:creationId xmlns:a16="http://schemas.microsoft.com/office/drawing/2014/main" id="{4C7DCC8C-74F9-444A-09A0-B15CBAE6B874}"/>
              </a:ext>
            </a:extLst>
          </p:cNvPr>
          <p:cNvPicPr>
            <a:picLocks noChangeAspect="1"/>
          </p:cNvPicPr>
          <p:nvPr/>
        </p:nvPicPr>
        <p:blipFill>
          <a:blip r:embed="rId4"/>
          <a:stretch>
            <a:fillRect/>
          </a:stretch>
        </p:blipFill>
        <p:spPr>
          <a:xfrm>
            <a:off x="3412906" y="1191774"/>
            <a:ext cx="8782050" cy="1400175"/>
          </a:xfrm>
          <a:prstGeom prst="rect">
            <a:avLst/>
          </a:prstGeom>
        </p:spPr>
      </p:pic>
      <p:pic>
        <p:nvPicPr>
          <p:cNvPr id="6" name="Picture 5">
            <a:extLst>
              <a:ext uri="{FF2B5EF4-FFF2-40B4-BE49-F238E27FC236}">
                <a16:creationId xmlns:a16="http://schemas.microsoft.com/office/drawing/2014/main" id="{D5865697-489F-5988-FBED-D3C4FC3A040D}"/>
              </a:ext>
            </a:extLst>
          </p:cNvPr>
          <p:cNvPicPr>
            <a:picLocks noChangeAspect="1"/>
          </p:cNvPicPr>
          <p:nvPr/>
        </p:nvPicPr>
        <p:blipFill>
          <a:blip r:embed="rId5"/>
          <a:stretch>
            <a:fillRect/>
          </a:stretch>
        </p:blipFill>
        <p:spPr>
          <a:xfrm>
            <a:off x="61092" y="2746320"/>
            <a:ext cx="10506404" cy="1654394"/>
          </a:xfrm>
          <a:prstGeom prst="rect">
            <a:avLst/>
          </a:prstGeom>
        </p:spPr>
      </p:pic>
      <p:pic>
        <p:nvPicPr>
          <p:cNvPr id="3" name="Picture 2">
            <a:extLst>
              <a:ext uri="{FF2B5EF4-FFF2-40B4-BE49-F238E27FC236}">
                <a16:creationId xmlns:a16="http://schemas.microsoft.com/office/drawing/2014/main" id="{2E2A024D-7F8C-57B0-50F2-266E6949FB7D}"/>
              </a:ext>
            </a:extLst>
          </p:cNvPr>
          <p:cNvPicPr>
            <a:picLocks noChangeAspect="1"/>
          </p:cNvPicPr>
          <p:nvPr/>
        </p:nvPicPr>
        <p:blipFill>
          <a:blip r:embed="rId6"/>
          <a:stretch>
            <a:fillRect/>
          </a:stretch>
        </p:blipFill>
        <p:spPr>
          <a:xfrm>
            <a:off x="4075550" y="4652471"/>
            <a:ext cx="7062623" cy="1980543"/>
          </a:xfrm>
          <a:prstGeom prst="rect">
            <a:avLst/>
          </a:prstGeom>
        </p:spPr>
      </p:pic>
    </p:spTree>
    <p:extLst>
      <p:ext uri="{BB962C8B-B14F-4D97-AF65-F5344CB8AC3E}">
        <p14:creationId xmlns:p14="http://schemas.microsoft.com/office/powerpoint/2010/main" val="38412515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1047F-4538-00CD-12FD-BD805F10CE32}"/>
              </a:ext>
            </a:extLst>
          </p:cNvPr>
          <p:cNvSpPr>
            <a:spLocks noGrp="1"/>
          </p:cNvSpPr>
          <p:nvPr>
            <p:ph type="title"/>
          </p:nvPr>
        </p:nvSpPr>
        <p:spPr>
          <a:xfrm>
            <a:off x="411480" y="182880"/>
            <a:ext cx="11369040" cy="685800"/>
          </a:xfrm>
        </p:spPr>
        <p:txBody>
          <a:bodyPr wrap="square">
            <a:noAutofit/>
          </a:bodyPr>
          <a:lstStyle/>
          <a:p>
            <a:pPr algn="l">
              <a:defRPr sz="3600" b="1">
                <a:latin typeface="Calibri Light"/>
              </a:defRPr>
            </a:pPr>
            <a:r>
              <a:rPr lang="en-US" sz="3600" b="1">
                <a:latin typeface="Calibri Light"/>
              </a:rPr>
              <a:t>How do we use AI if it has pros and cons?</a:t>
            </a:r>
          </a:p>
        </p:txBody>
      </p:sp>
      <p:sp>
        <p:nvSpPr>
          <p:cNvPr id="3" name="Content Placeholder 2">
            <a:extLst>
              <a:ext uri="{FF2B5EF4-FFF2-40B4-BE49-F238E27FC236}">
                <a16:creationId xmlns:a16="http://schemas.microsoft.com/office/drawing/2014/main" id="{C5E146AD-95F2-85F1-1CA7-2F9FAB67006A}"/>
              </a:ext>
            </a:extLst>
          </p:cNvPr>
          <p:cNvSpPr>
            <a:spLocks noGrp="1"/>
          </p:cNvSpPr>
          <p:nvPr>
            <p:ph idx="1"/>
          </p:nvPr>
        </p:nvSpPr>
        <p:spPr>
          <a:xfrm>
            <a:off x="640080" y="1097280"/>
            <a:ext cx="10911840" cy="5349240"/>
          </a:xfrm>
        </p:spPr>
        <p:txBody>
          <a:bodyPr vert="horz" wrap="square" lIns="91440" tIns="45720" rIns="91440" bIns="45720" rtlCol="0" anchor="t">
            <a:normAutofit lnSpcReduction="10000"/>
          </a:bodyPr>
          <a:lstStyle/>
          <a:p>
            <a:pPr>
              <a:defRPr sz="2400" b="0">
                <a:latin typeface="Calibri Light"/>
              </a:defRPr>
            </a:pPr>
            <a:r>
              <a:rPr lang="en-US" sz="2400" b="1" dirty="0">
                <a:latin typeface="Calibri Light"/>
                <a:ea typeface="+mn-lt"/>
                <a:cs typeface="+mn-lt"/>
              </a:rPr>
              <a:t>Guardrails are built by applications to ensure accuracy for users, like Copilot</a:t>
            </a:r>
          </a:p>
          <a:p>
            <a:pPr>
              <a:defRPr sz="2400" b="0">
                <a:latin typeface="Calibri Light"/>
              </a:defRPr>
            </a:pPr>
            <a:r>
              <a:rPr lang="en-US" sz="2400" b="1" dirty="0">
                <a:latin typeface="Calibri Light"/>
                <a:ea typeface="+mn-lt"/>
                <a:cs typeface="+mn-lt"/>
              </a:rPr>
              <a:t>Humans are accountable </a:t>
            </a:r>
            <a:r>
              <a:rPr lang="en-US" sz="2400" b="0" dirty="0">
                <a:latin typeface="Calibri Light"/>
                <a:ea typeface="+mn-lt"/>
                <a:cs typeface="+mn-lt"/>
              </a:rPr>
              <a:t>for what we use AI for and how we use its outputs</a:t>
            </a:r>
            <a:endParaRPr lang="en-US"/>
          </a:p>
          <a:p>
            <a:pPr>
              <a:defRPr sz="2400" b="0">
                <a:latin typeface="Calibri Light"/>
              </a:defRPr>
            </a:pPr>
            <a:r>
              <a:rPr lang="en-US" sz="2400" b="1" dirty="0">
                <a:latin typeface="Calibri Light"/>
              </a:rPr>
              <a:t>Responsible, Informed and Conscious (RIC) Use </a:t>
            </a:r>
            <a:r>
              <a:rPr lang="en-US" sz="2400" b="0" dirty="0">
                <a:latin typeface="Calibri Light"/>
              </a:rPr>
              <a:t>of AI needs to be practiced</a:t>
            </a:r>
            <a:endParaRPr lang="en-US" sz="2400" b="0" dirty="0">
              <a:latin typeface="Calibri Light"/>
              <a:ea typeface="Calibri Light"/>
              <a:cs typeface="Calibri Light"/>
            </a:endParaRPr>
          </a:p>
          <a:p>
            <a:pPr>
              <a:defRPr sz="2400" b="0">
                <a:latin typeface="Calibri Light"/>
              </a:defRPr>
            </a:pPr>
            <a:r>
              <a:rPr lang="en-US" sz="2400" b="1" dirty="0">
                <a:latin typeface="Calibri Light"/>
              </a:rPr>
              <a:t>Responsible </a:t>
            </a:r>
            <a:r>
              <a:rPr lang="en-US" sz="2400" b="0" dirty="0">
                <a:latin typeface="Calibri Light"/>
              </a:rPr>
              <a:t>:</a:t>
            </a:r>
            <a:endParaRPr lang="en-US" sz="2400" b="0" dirty="0">
              <a:latin typeface="Calibri Light"/>
              <a:ea typeface="Calibri Light"/>
              <a:cs typeface="Calibri Light"/>
            </a:endParaRPr>
          </a:p>
          <a:p>
            <a:pPr lvl="1">
              <a:defRPr sz="2200" b="0">
                <a:latin typeface="Calibri Light"/>
              </a:defRPr>
            </a:pPr>
            <a:r>
              <a:rPr lang="en-US" sz="2200" b="0" dirty="0">
                <a:latin typeface="Calibri Light"/>
              </a:rPr>
              <a:t>Use AI in a manner that does not result in harm for yourself or others</a:t>
            </a:r>
            <a:endParaRPr lang="en-US" sz="2200" b="0" dirty="0">
              <a:latin typeface="Calibri Light"/>
              <a:ea typeface="Calibri Light"/>
              <a:cs typeface="Calibri Light"/>
            </a:endParaRPr>
          </a:p>
          <a:p>
            <a:pPr>
              <a:defRPr sz="2400" b="0">
                <a:latin typeface="Calibri Light"/>
              </a:defRPr>
            </a:pPr>
            <a:r>
              <a:rPr lang="en-US" sz="2400" b="1" dirty="0">
                <a:latin typeface="Calibri Light"/>
              </a:rPr>
              <a:t>Informed :</a:t>
            </a:r>
            <a:endParaRPr lang="en-US" sz="2400" b="1" dirty="0">
              <a:latin typeface="Calibri Light"/>
              <a:ea typeface="Calibri Light"/>
              <a:cs typeface="Calibri Light"/>
            </a:endParaRPr>
          </a:p>
          <a:p>
            <a:pPr lvl="1">
              <a:defRPr sz="2200" b="0">
                <a:latin typeface="Calibri Light"/>
              </a:defRPr>
            </a:pPr>
            <a:r>
              <a:rPr lang="en-US" sz="2200" b="0" dirty="0">
                <a:latin typeface="Calibri Light"/>
              </a:rPr>
              <a:t>Know that AI can make mistakes, can have bias, can make mistakes, does not have emotions</a:t>
            </a:r>
            <a:endParaRPr lang="en-US" sz="2200" b="0" dirty="0">
              <a:latin typeface="Calibri Light"/>
              <a:ea typeface="Calibri Light"/>
              <a:cs typeface="Calibri Light"/>
            </a:endParaRPr>
          </a:p>
          <a:p>
            <a:pPr lvl="1">
              <a:defRPr sz="2200" b="0">
                <a:latin typeface="Calibri Light"/>
              </a:defRPr>
            </a:pPr>
            <a:r>
              <a:rPr lang="en-US" sz="2200" b="0" dirty="0">
                <a:latin typeface="Calibri Light"/>
              </a:rPr>
              <a:t>Know that AI can generate content without it being reality (hallucination)</a:t>
            </a:r>
            <a:endParaRPr lang="en-US" sz="2200" b="0" dirty="0">
              <a:latin typeface="Calibri Light"/>
              <a:ea typeface="Calibri Light"/>
              <a:cs typeface="Calibri Light"/>
            </a:endParaRPr>
          </a:p>
          <a:p>
            <a:pPr>
              <a:defRPr sz="2400" b="0">
                <a:latin typeface="Calibri Light"/>
              </a:defRPr>
            </a:pPr>
            <a:r>
              <a:rPr lang="en-US" sz="2400" b="1" dirty="0">
                <a:latin typeface="Calibri Light"/>
              </a:rPr>
              <a:t>Conscious :</a:t>
            </a:r>
            <a:endParaRPr lang="en-US" sz="2400" b="1" dirty="0">
              <a:latin typeface="Calibri Light"/>
              <a:ea typeface="Calibri Light"/>
              <a:cs typeface="Calibri Light"/>
            </a:endParaRPr>
          </a:p>
          <a:p>
            <a:pPr lvl="1">
              <a:defRPr sz="2200" b="0">
                <a:latin typeface="Calibri Light"/>
              </a:defRPr>
            </a:pPr>
            <a:r>
              <a:rPr lang="en-US" sz="2200" b="0" dirty="0">
                <a:latin typeface="Calibri Light"/>
              </a:rPr>
              <a:t>Use AI with full understanding of the accountability for actions based on the information or suggestions that are got from the AI solutions</a:t>
            </a:r>
            <a:endParaRPr lang="en-US" sz="2200" b="0" dirty="0">
              <a:latin typeface="Calibri Light"/>
              <a:ea typeface="Calibri Light"/>
              <a:cs typeface="Calibri Light"/>
            </a:endParaRPr>
          </a:p>
          <a:p>
            <a:pPr>
              <a:defRPr sz="2400" b="0">
                <a:latin typeface="Calibri Light"/>
              </a:defRPr>
            </a:pPr>
            <a:r>
              <a:rPr lang="en-US" sz="2400" b="1" dirty="0">
                <a:latin typeface="Calibri Light"/>
              </a:rPr>
              <a:t>An </a:t>
            </a:r>
            <a:r>
              <a:rPr lang="en-US" sz="2400" b="1" dirty="0">
                <a:solidFill>
                  <a:schemeClr val="accent1"/>
                </a:solidFill>
                <a:latin typeface="Calibri Light"/>
              </a:rPr>
              <a:t>Responsible, Informed and Conscious </a:t>
            </a:r>
            <a:r>
              <a:rPr lang="en-US" sz="2400" b="1" dirty="0">
                <a:latin typeface="Calibri Light"/>
              </a:rPr>
              <a:t>human in the loop is the best way to use AI</a:t>
            </a:r>
          </a:p>
          <a:p>
            <a:pPr>
              <a:defRPr sz="2400" b="0">
                <a:latin typeface="Calibri Light"/>
              </a:defRPr>
            </a:pPr>
            <a:r>
              <a:rPr lang="en-US" sz="2400" b="1" dirty="0">
                <a:ea typeface="+mn-lt"/>
                <a:cs typeface="+mn-lt"/>
              </a:rPr>
              <a:t>Pause – Check – Verify – Decide</a:t>
            </a:r>
            <a:endParaRPr lang="en-US" sz="2400" b="1" dirty="0">
              <a:latin typeface="Calibri Light"/>
              <a:ea typeface="Calibri Light"/>
              <a:cs typeface="Calibri Light"/>
            </a:endParaRPr>
          </a:p>
          <a:p>
            <a:pPr>
              <a:defRPr sz="2400" b="0">
                <a:latin typeface="Calibri Light"/>
              </a:defRPr>
            </a:pPr>
            <a:endParaRPr lang="en-US" sz="2400" b="1" dirty="0">
              <a:latin typeface="Calibri Light"/>
              <a:ea typeface="Calibri Light"/>
              <a:cs typeface="Calibri Light"/>
            </a:endParaRPr>
          </a:p>
        </p:txBody>
      </p:sp>
    </p:spTree>
    <p:extLst>
      <p:ext uri="{BB962C8B-B14F-4D97-AF65-F5344CB8AC3E}">
        <p14:creationId xmlns:p14="http://schemas.microsoft.com/office/powerpoint/2010/main" val="3317847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35D8A-6EC7-235E-03E8-E59D0F6EBFC0}"/>
              </a:ext>
            </a:extLst>
          </p:cNvPr>
          <p:cNvSpPr>
            <a:spLocks noGrp="1"/>
          </p:cNvSpPr>
          <p:nvPr>
            <p:ph type="title"/>
          </p:nvPr>
        </p:nvSpPr>
        <p:spPr>
          <a:xfrm>
            <a:off x="411480" y="182880"/>
            <a:ext cx="11369040" cy="685800"/>
          </a:xfrm>
        </p:spPr>
        <p:txBody>
          <a:bodyPr wrap="square">
            <a:noAutofit/>
          </a:bodyPr>
          <a:lstStyle/>
          <a:p>
            <a:pPr algn="l">
              <a:defRPr sz="3600" b="1">
                <a:latin typeface="Calibri Light"/>
              </a:defRPr>
            </a:pPr>
            <a:r>
              <a:rPr lang="en-US" sz="3600" b="1">
                <a:latin typeface="Calibri Light"/>
              </a:rPr>
              <a:t>Let us all remember </a:t>
            </a:r>
          </a:p>
        </p:txBody>
      </p:sp>
      <p:sp>
        <p:nvSpPr>
          <p:cNvPr id="3" name="Content Placeholder 2">
            <a:extLst>
              <a:ext uri="{FF2B5EF4-FFF2-40B4-BE49-F238E27FC236}">
                <a16:creationId xmlns:a16="http://schemas.microsoft.com/office/drawing/2014/main" id="{08FB7A8F-86FB-2A8E-C214-609D0A9623D3}"/>
              </a:ext>
            </a:extLst>
          </p:cNvPr>
          <p:cNvSpPr>
            <a:spLocks noGrp="1"/>
          </p:cNvSpPr>
          <p:nvPr>
            <p:ph idx="1"/>
          </p:nvPr>
        </p:nvSpPr>
        <p:spPr>
          <a:xfrm>
            <a:off x="640080" y="1097280"/>
            <a:ext cx="10911840" cy="5349240"/>
          </a:xfrm>
        </p:spPr>
        <p:txBody>
          <a:bodyPr vert="horz" wrap="square" lIns="91440" tIns="45720" rIns="91440" bIns="45720" rtlCol="0" anchor="t">
            <a:normAutofit fontScale="92500" lnSpcReduction="10000"/>
          </a:bodyPr>
          <a:lstStyle/>
          <a:p>
            <a:pPr>
              <a:defRPr sz="2400" b="0">
                <a:latin typeface="Calibri Light"/>
              </a:defRPr>
            </a:pPr>
            <a:r>
              <a:rPr lang="en-US" sz="2400" b="0">
                <a:latin typeface="Calibri Light"/>
              </a:rPr>
              <a:t>AI is not a substitute for </a:t>
            </a:r>
          </a:p>
          <a:p>
            <a:pPr lvl="1">
              <a:defRPr sz="2200" b="0">
                <a:latin typeface="Calibri Light"/>
              </a:defRPr>
            </a:pPr>
            <a:r>
              <a:rPr lang="en-US" sz="2200" b="0">
                <a:latin typeface="Calibri Light"/>
              </a:rPr>
              <a:t>Professional advice from </a:t>
            </a:r>
            <a:r>
              <a:rPr lang="en-US" sz="2200">
                <a:latin typeface="Calibri Light"/>
              </a:rPr>
              <a:t>teachers, </a:t>
            </a:r>
            <a:r>
              <a:rPr lang="en-US" sz="2200" b="0">
                <a:latin typeface="Calibri Light"/>
              </a:rPr>
              <a:t>doctors, CA, lawyers etc. </a:t>
            </a:r>
          </a:p>
          <a:p>
            <a:pPr lvl="1">
              <a:defRPr sz="2200" b="0">
                <a:latin typeface="Calibri Light"/>
              </a:defRPr>
            </a:pPr>
            <a:r>
              <a:rPr lang="en-US" sz="2200" b="0">
                <a:latin typeface="Calibri Light"/>
              </a:rPr>
              <a:t>Do not rely on AI generated content for your physical or mental health</a:t>
            </a:r>
          </a:p>
          <a:p>
            <a:pPr>
              <a:defRPr sz="2400" b="0">
                <a:latin typeface="Calibri Light"/>
              </a:defRPr>
            </a:pPr>
            <a:r>
              <a:rPr lang="en-US" sz="2400" b="0">
                <a:latin typeface="Calibri Light"/>
                <a:ea typeface="+mn-lt"/>
                <a:cs typeface="+mn-lt"/>
              </a:rPr>
              <a:t>AI may talk like a human but it does not have emotions. The responses are generated to make the humans “feel like they are talking to another human”</a:t>
            </a:r>
          </a:p>
          <a:p>
            <a:pPr>
              <a:defRPr sz="2400" b="0">
                <a:latin typeface="Calibri Light"/>
              </a:defRPr>
            </a:pPr>
            <a:r>
              <a:rPr lang="en-US" sz="2400" b="0">
                <a:latin typeface="Calibri Light"/>
              </a:rPr>
              <a:t>We should not develop overdependence on AI </a:t>
            </a:r>
          </a:p>
          <a:p>
            <a:pPr>
              <a:defRPr sz="2400" b="0">
                <a:latin typeface="Calibri Light"/>
              </a:defRPr>
            </a:pPr>
            <a:r>
              <a:rPr lang="en-US" sz="2400" b="0">
                <a:latin typeface="Calibri Light"/>
              </a:rPr>
              <a:t>AI is not always accurate</a:t>
            </a:r>
          </a:p>
          <a:p>
            <a:pPr lvl="1">
              <a:defRPr sz="2200" b="0">
                <a:latin typeface="Calibri Light"/>
              </a:defRPr>
            </a:pPr>
            <a:r>
              <a:rPr lang="en-US" sz="2200" b="0">
                <a:latin typeface="Calibri Light"/>
              </a:rPr>
              <a:t>Self judgement for accuracy is a must</a:t>
            </a:r>
          </a:p>
          <a:p>
            <a:pPr lvl="1">
              <a:defRPr sz="2200" b="0">
                <a:latin typeface="Calibri Light"/>
              </a:defRPr>
            </a:pPr>
            <a:r>
              <a:rPr lang="en-US" sz="2200" b="0">
                <a:latin typeface="Calibri Light"/>
              </a:rPr>
              <a:t>Lag between current updates and the training data </a:t>
            </a:r>
          </a:p>
          <a:p>
            <a:pPr lvl="1">
              <a:defRPr sz="2200" b="0">
                <a:latin typeface="Calibri Light"/>
              </a:defRPr>
            </a:pPr>
            <a:r>
              <a:rPr lang="en-US" sz="2200" b="0">
                <a:latin typeface="Calibri Light"/>
              </a:rPr>
              <a:t>Not being aware of the training the model has received </a:t>
            </a:r>
          </a:p>
          <a:p>
            <a:pPr>
              <a:defRPr sz="2400" b="0">
                <a:latin typeface="Calibri Light"/>
              </a:defRPr>
            </a:pPr>
            <a:r>
              <a:rPr lang="en-US" sz="2400" b="0">
                <a:latin typeface="Calibri Light"/>
              </a:rPr>
              <a:t>Responsibility of using AI properly is on the humans</a:t>
            </a:r>
          </a:p>
          <a:p>
            <a:pPr>
              <a:defRPr sz="2400" b="0">
                <a:latin typeface="Calibri Light"/>
              </a:defRPr>
            </a:pPr>
            <a:r>
              <a:rPr lang="en-US" sz="2400" b="0">
                <a:latin typeface="Calibri Light"/>
              </a:rPr>
              <a:t>When there is a need to get live data input, official sources information, access the sources directly without AI </a:t>
            </a:r>
            <a:endParaRPr lang="en-US" sz="1800">
              <a:latin typeface="+mj-lt"/>
              <a:ea typeface="+mn-lt"/>
              <a:cs typeface="+mn-lt"/>
            </a:endParaRPr>
          </a:p>
          <a:p>
            <a:pPr>
              <a:defRPr sz="2400" b="0">
                <a:latin typeface="Calibri Light"/>
              </a:defRPr>
            </a:pPr>
            <a:r>
              <a:rPr lang="en-US" sz="2400" b="0">
                <a:latin typeface="Calibri Light"/>
                <a:ea typeface="+mn-lt"/>
                <a:cs typeface="+mn-lt"/>
              </a:rPr>
              <a:t>Use AI only when needed as there is an environmental cost for running AI models as well due to the large computing and data storage needs </a:t>
            </a:r>
          </a:p>
          <a:p>
            <a:pPr>
              <a:defRPr sz="2400" b="0">
                <a:latin typeface="Calibri Light"/>
              </a:defRPr>
            </a:pPr>
            <a:endParaRPr lang="en-US" sz="1800">
              <a:latin typeface="+mj-lt"/>
              <a:ea typeface="+mn-lt"/>
              <a:cs typeface="+mn-lt"/>
            </a:endParaRPr>
          </a:p>
          <a:p>
            <a:pPr>
              <a:defRPr sz="2400" b="0">
                <a:latin typeface="Calibri Light"/>
              </a:defRPr>
            </a:pPr>
            <a:endParaRPr lang="en-US" sz="1800">
              <a:latin typeface="+mj-lt"/>
            </a:endParaRPr>
          </a:p>
        </p:txBody>
      </p:sp>
    </p:spTree>
    <p:extLst>
      <p:ext uri="{BB962C8B-B14F-4D97-AF65-F5344CB8AC3E}">
        <p14:creationId xmlns:p14="http://schemas.microsoft.com/office/powerpoint/2010/main" val="31891623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35BC3-982A-4E5F-3605-2CC68C0E06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15D88B-BD70-215D-4198-DF465F2829A7}"/>
              </a:ext>
            </a:extLst>
          </p:cNvPr>
          <p:cNvSpPr>
            <a:spLocks noGrp="1"/>
          </p:cNvSpPr>
          <p:nvPr>
            <p:ph type="title"/>
          </p:nvPr>
        </p:nvSpPr>
        <p:spPr>
          <a:xfrm>
            <a:off x="838199" y="2268"/>
            <a:ext cx="10515600" cy="1325563"/>
          </a:xfrm>
        </p:spPr>
        <p:txBody>
          <a:bodyPr/>
          <a:lstStyle/>
          <a:p>
            <a:r>
              <a:rPr lang="en-IN"/>
              <a:t>Post-Assessment</a:t>
            </a:r>
            <a:endParaRPr lang="en-US"/>
          </a:p>
        </p:txBody>
      </p:sp>
      <p:sp>
        <p:nvSpPr>
          <p:cNvPr id="3" name="Content Placeholder 2">
            <a:extLst>
              <a:ext uri="{FF2B5EF4-FFF2-40B4-BE49-F238E27FC236}">
                <a16:creationId xmlns:a16="http://schemas.microsoft.com/office/drawing/2014/main" id="{DD0E99B1-032C-63E7-73C6-14A4CC54BCFE}"/>
              </a:ext>
            </a:extLst>
          </p:cNvPr>
          <p:cNvSpPr>
            <a:spLocks noGrp="1"/>
          </p:cNvSpPr>
          <p:nvPr>
            <p:ph idx="1"/>
          </p:nvPr>
        </p:nvSpPr>
        <p:spPr>
          <a:xfrm>
            <a:off x="838200" y="1332140"/>
            <a:ext cx="10515600" cy="5055280"/>
          </a:xfrm>
        </p:spPr>
        <p:txBody>
          <a:bodyPr vert="horz" lIns="91440" tIns="45720" rIns="91440" bIns="45720" rtlCol="0" anchor="t">
            <a:normAutofit/>
          </a:bodyPr>
          <a:lstStyle/>
          <a:p>
            <a:r>
              <a:rPr lang="en-IN" dirty="0">
                <a:latin typeface="Calibri Light"/>
                <a:ea typeface="Calibri Light"/>
                <a:cs typeface="Calibri Light"/>
              </a:rPr>
              <a:t>Can AI be used by the visually impaired?</a:t>
            </a:r>
            <a:endParaRPr lang="en-US" dirty="0">
              <a:latin typeface="Calibri Light"/>
              <a:ea typeface="Calibri Light"/>
              <a:cs typeface="Calibri Light"/>
            </a:endParaRPr>
          </a:p>
          <a:p>
            <a:r>
              <a:rPr lang="en-IN" dirty="0">
                <a:latin typeface="Calibri Light"/>
                <a:ea typeface="Calibri Light"/>
                <a:cs typeface="Calibri Light"/>
              </a:rPr>
              <a:t>Do you know any of the tools that can be used by AI </a:t>
            </a:r>
            <a:endParaRPr lang="en-US" dirty="0">
              <a:latin typeface="Calibri Light"/>
              <a:ea typeface="Calibri Light"/>
              <a:cs typeface="Calibri Light"/>
            </a:endParaRPr>
          </a:p>
          <a:p>
            <a:r>
              <a:rPr lang="en-IN" dirty="0">
                <a:latin typeface="Calibri Light"/>
                <a:ea typeface="Calibri Light"/>
                <a:cs typeface="Calibri Light"/>
              </a:rPr>
              <a:t>What are the guardrails and checks to be done when using AI as a </a:t>
            </a:r>
            <a:r>
              <a:rPr lang="en-IN" dirty="0" err="1">
                <a:latin typeface="Calibri Light"/>
                <a:ea typeface="Calibri Light"/>
                <a:cs typeface="Calibri Light"/>
              </a:rPr>
              <a:t>VIperson</a:t>
            </a:r>
            <a:endParaRPr lang="en-US" dirty="0" err="1">
              <a:latin typeface="Calibri Light"/>
              <a:ea typeface="Calibri Light"/>
              <a:cs typeface="Calibri Light"/>
            </a:endParaRPr>
          </a:p>
          <a:p>
            <a:endParaRPr lang="en-IN" dirty="0">
              <a:latin typeface="Calibri Light"/>
              <a:ea typeface="Calibri Light"/>
              <a:cs typeface="Calibri Light"/>
            </a:endParaRPr>
          </a:p>
          <a:p>
            <a:endParaRPr lang="en-IN" dirty="0"/>
          </a:p>
          <a:p>
            <a:endParaRPr lang="en-IN" dirty="0"/>
          </a:p>
        </p:txBody>
      </p:sp>
    </p:spTree>
    <p:extLst>
      <p:ext uri="{BB962C8B-B14F-4D97-AF65-F5344CB8AC3E}">
        <p14:creationId xmlns:p14="http://schemas.microsoft.com/office/powerpoint/2010/main" val="8484167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1F66CF-5CD1-E529-B366-175A3920FC2C}"/>
              </a:ext>
            </a:extLst>
          </p:cNvPr>
          <p:cNvSpPr txBox="1"/>
          <p:nvPr/>
        </p:nvSpPr>
        <p:spPr>
          <a:xfrm>
            <a:off x="416944" y="921659"/>
            <a:ext cx="11369040" cy="960120"/>
          </a:xfrm>
          <a:prstGeom prst="rect">
            <a:avLst/>
          </a:prstGeom>
          <a:noFill/>
        </p:spPr>
        <p:txBody>
          <a:bodyPr wrap="square" lIns="91440" tIns="45720" rIns="91440" bIns="45720" rtlCol="0" anchor="t">
            <a:noAutofit/>
          </a:bodyPr>
          <a:lstStyle/>
          <a:p>
            <a:pPr algn="ctr">
              <a:defRPr sz="3600" b="1">
                <a:latin typeface="Calibri Light"/>
              </a:defRPr>
            </a:pPr>
            <a:r>
              <a:rPr lang="en-US" sz="4800">
                <a:latin typeface="Bookman Old Style"/>
              </a:rPr>
              <a:t>AI </a:t>
            </a:r>
            <a:endParaRPr lang="en-US">
              <a:latin typeface="Bookman Old Style"/>
            </a:endParaRPr>
          </a:p>
          <a:p>
            <a:pPr algn="ctr">
              <a:defRPr sz="3600" b="1">
                <a:latin typeface="Calibri Light"/>
              </a:defRPr>
            </a:pPr>
            <a:r>
              <a:rPr lang="en-US" sz="4800">
                <a:latin typeface="Bookman Old Style"/>
              </a:rPr>
              <a:t>can be a powerful assistant for the humans when used in an </a:t>
            </a:r>
            <a:endParaRPr lang="en-US">
              <a:latin typeface="Bookman Old Style"/>
            </a:endParaRPr>
          </a:p>
          <a:p>
            <a:pPr algn="ctr">
              <a:defRPr sz="3600" b="1">
                <a:latin typeface="Calibri Light"/>
              </a:defRPr>
            </a:pPr>
            <a:r>
              <a:rPr lang="en-US" sz="4800">
                <a:solidFill>
                  <a:srgbClr val="0070C0"/>
                </a:solidFill>
                <a:latin typeface="Bookman Old Style"/>
              </a:rPr>
              <a:t>Responsible, Informed, and </a:t>
            </a:r>
          </a:p>
          <a:p>
            <a:pPr algn="ctr">
              <a:defRPr sz="3600" b="1">
                <a:latin typeface="Calibri Light"/>
              </a:defRPr>
            </a:pPr>
            <a:r>
              <a:rPr lang="en-US" sz="4800">
                <a:solidFill>
                  <a:srgbClr val="0070C0"/>
                </a:solidFill>
                <a:latin typeface="Bookman Old Style"/>
              </a:rPr>
              <a:t>Conscious </a:t>
            </a:r>
          </a:p>
          <a:p>
            <a:pPr algn="ctr">
              <a:defRPr sz="3600" b="1">
                <a:latin typeface="Calibri Light"/>
              </a:defRPr>
            </a:pPr>
            <a:r>
              <a:rPr lang="en-US" sz="4800">
                <a:latin typeface="Bookman Old Style" panose="02050604050505020204" pitchFamily="18" charset="0"/>
              </a:rPr>
              <a:t>manner</a:t>
            </a:r>
          </a:p>
          <a:p>
            <a:pPr algn="ctr">
              <a:defRPr sz="3600" b="1">
                <a:latin typeface="Calibri Light"/>
              </a:defRPr>
            </a:pPr>
            <a:endParaRPr lang="en-US" sz="6600">
              <a:latin typeface="Bookman Old Style" panose="02050604050505020204" pitchFamily="18" charset="0"/>
            </a:endParaRPr>
          </a:p>
        </p:txBody>
      </p:sp>
    </p:spTree>
    <p:extLst>
      <p:ext uri="{BB962C8B-B14F-4D97-AF65-F5344CB8AC3E}">
        <p14:creationId xmlns:p14="http://schemas.microsoft.com/office/powerpoint/2010/main" val="30179256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D887D-4C29-6546-B219-115367A47C14}"/>
              </a:ext>
            </a:extLst>
          </p:cNvPr>
          <p:cNvSpPr>
            <a:spLocks noGrp="1"/>
          </p:cNvSpPr>
          <p:nvPr>
            <p:ph type="title"/>
          </p:nvPr>
        </p:nvSpPr>
        <p:spPr>
          <a:xfrm>
            <a:off x="4024086" y="2507796"/>
            <a:ext cx="10515600" cy="1325563"/>
          </a:xfrm>
        </p:spPr>
        <p:txBody>
          <a:bodyPr/>
          <a:lstStyle/>
          <a:p>
            <a:r>
              <a:rPr lang="en-IN"/>
              <a:t>Thank You !</a:t>
            </a:r>
            <a:endParaRPr lang="en-US"/>
          </a:p>
        </p:txBody>
      </p:sp>
      <p:sp>
        <p:nvSpPr>
          <p:cNvPr id="4" name="object 3">
            <a:extLst>
              <a:ext uri="{FF2B5EF4-FFF2-40B4-BE49-F238E27FC236}">
                <a16:creationId xmlns:a16="http://schemas.microsoft.com/office/drawing/2014/main" id="{207A718D-36F4-EEB5-F26A-650B2BD61298}"/>
              </a:ext>
            </a:extLst>
          </p:cNvPr>
          <p:cNvSpPr/>
          <p:nvPr/>
        </p:nvSpPr>
        <p:spPr>
          <a:xfrm>
            <a:off x="5467950" y="5082507"/>
            <a:ext cx="1256100" cy="1339847"/>
          </a:xfrm>
          <a:prstGeom prst="rect">
            <a:avLst/>
          </a:prstGeom>
          <a:blipFill>
            <a:blip r:embed="rId2"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1200"/>
          </a:p>
        </p:txBody>
      </p:sp>
      <p:pic>
        <p:nvPicPr>
          <p:cNvPr id="6" name="Graphic 3">
            <a:extLst>
              <a:ext uri="{FF2B5EF4-FFF2-40B4-BE49-F238E27FC236}">
                <a16:creationId xmlns:a16="http://schemas.microsoft.com/office/drawing/2014/main" id="{BDD6ADFB-94C1-1D12-0935-8A2799AB25A4}"/>
              </a:ext>
            </a:extLst>
          </p:cNvPr>
          <p:cNvPicPr>
            <a:picLocks noChangeAspect="1"/>
          </p:cNvPicPr>
          <p:nvPr/>
        </p:nvPicPr>
        <p:blipFill rotWithShape="1">
          <a:blip>
            <a:extLst>
              <a:ext uri="{96DAC541-7B7A-43D3-8B79-37D633B846F1}">
                <asvg:svgBlip xmlns:asvg="http://schemas.microsoft.com/office/drawing/2016/SVG/main" r:embed="rId3"/>
              </a:ext>
            </a:extLst>
          </a:blip>
          <a:srcRect t="34894" b="34111"/>
          <a:stretch/>
        </p:blipFill>
        <p:spPr>
          <a:xfrm>
            <a:off x="8198252" y="5334584"/>
            <a:ext cx="3863468" cy="855341"/>
          </a:xfrm>
          <a:prstGeom prst="rect">
            <a:avLst/>
          </a:prstGeom>
        </p:spPr>
      </p:pic>
      <p:pic>
        <p:nvPicPr>
          <p:cNvPr id="8" name="Picture 7" descr="A blue and grey rectangles with text&#10;&#10;AI-generated content may be incorrect.">
            <a:extLst>
              <a:ext uri="{FF2B5EF4-FFF2-40B4-BE49-F238E27FC236}">
                <a16:creationId xmlns:a16="http://schemas.microsoft.com/office/drawing/2014/main" id="{82157224-8F59-9C4D-5775-FD6CFF57C9A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0380" y="5330552"/>
            <a:ext cx="3210560" cy="832905"/>
          </a:xfrm>
          <a:prstGeom prst="rect">
            <a:avLst/>
          </a:prstGeom>
        </p:spPr>
      </p:pic>
    </p:spTree>
    <p:extLst>
      <p:ext uri="{BB962C8B-B14F-4D97-AF65-F5344CB8AC3E}">
        <p14:creationId xmlns:p14="http://schemas.microsoft.com/office/powerpoint/2010/main" val="6983942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3C8C1B650FCD44A90F6C15D7C0B4FC9" ma:contentTypeVersion="18" ma:contentTypeDescription="Create a new document." ma:contentTypeScope="" ma:versionID="39739da473e5b8afebf57db0f6962ee5">
  <xsd:schema xmlns:xsd="http://www.w3.org/2001/XMLSchema" xmlns:xs="http://www.w3.org/2001/XMLSchema" xmlns:p="http://schemas.microsoft.com/office/2006/metadata/properties" xmlns:ns2="f6c69493-c5c9-4f33-a298-9c893d5c6711" xmlns:ns3="d54f43a1-7c0c-48f2-bcfc-ef5ef65a9c54" targetNamespace="http://schemas.microsoft.com/office/2006/metadata/properties" ma:root="true" ma:fieldsID="57ae9f947d10ee90e2f9f698db1789af" ns2:_="" ns3:_="">
    <xsd:import namespace="f6c69493-c5c9-4f33-a298-9c893d5c6711"/>
    <xsd:import namespace="d54f43a1-7c0c-48f2-bcfc-ef5ef65a9c5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MediaServiceSearchProperties"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Location" minOccurs="0"/>
                <xsd:element ref="ns2:Description2" minOccurs="0"/>
                <xsd:element ref="ns2:ActivityTyp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c69493-c5c9-4f33-a298-9c893d5c67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90401c9f-843b-44d9-a447-17a8aba967b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Description2" ma:index="23" nillable="true" ma:displayName="Description2" ma:format="Dropdown" ma:internalName="Description2">
      <xsd:simpleType>
        <xsd:restriction base="dms:Note">
          <xsd:maxLength value="255"/>
        </xsd:restriction>
      </xsd:simpleType>
    </xsd:element>
    <xsd:element name="ActivityType" ma:index="24" nillable="true" ma:displayName="ActivityType" ma:format="Dropdown" ma:internalName="ActivityType">
      <xsd:simpleType>
        <xsd:restriction base="dms:Choice">
          <xsd:enumeration value="Event"/>
          <xsd:enumeration value="Visit"/>
          <xsd:enumeration value="Volunteering"/>
          <xsd:enumeration value="Other"/>
        </xsd:restriction>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54f43a1-7c0c-48f2-bcfc-ef5ef65a9c5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b608f56c-1dd0-45c8-8f50-b616c921bdbb}" ma:internalName="TaxCatchAll" ma:showField="CatchAllData" ma:web="d54f43a1-7c0c-48f2-bcfc-ef5ef65a9c5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ActivityType xmlns="f6c69493-c5c9-4f33-a298-9c893d5c6711" xsi:nil="true"/>
    <lcf76f155ced4ddcb4097134ff3c332f xmlns="f6c69493-c5c9-4f33-a298-9c893d5c6711">
      <Terms xmlns="http://schemas.microsoft.com/office/infopath/2007/PartnerControls"/>
    </lcf76f155ced4ddcb4097134ff3c332f>
    <TaxCatchAll xmlns="d54f43a1-7c0c-48f2-bcfc-ef5ef65a9c54" xsi:nil="true"/>
    <Description2 xmlns="f6c69493-c5c9-4f33-a298-9c893d5c6711" xsi:nil="true"/>
  </documentManagement>
</p:properties>
</file>

<file path=customXml/itemProps1.xml><?xml version="1.0" encoding="utf-8"?>
<ds:datastoreItem xmlns:ds="http://schemas.openxmlformats.org/officeDocument/2006/customXml" ds:itemID="{959EFBA9-9486-43B9-95A1-2649A7A133FA}">
  <ds:schemaRefs>
    <ds:schemaRef ds:uri="d54f43a1-7c0c-48f2-bcfc-ef5ef65a9c54"/>
    <ds:schemaRef ds:uri="f6c69493-c5c9-4f33-a298-9c893d5c671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2795AFD-5CDA-493F-8132-BBFDE4AA840A}">
  <ds:schemaRefs>
    <ds:schemaRef ds:uri="http://schemas.microsoft.com/sharepoint/v3/contenttype/forms"/>
  </ds:schemaRefs>
</ds:datastoreItem>
</file>

<file path=customXml/itemProps3.xml><?xml version="1.0" encoding="utf-8"?>
<ds:datastoreItem xmlns:ds="http://schemas.openxmlformats.org/officeDocument/2006/customXml" ds:itemID="{AD17553B-6A89-4121-BD0F-7DA3FFEA8FFC}">
  <ds:schemaRefs>
    <ds:schemaRef ds:uri="d54f43a1-7c0c-48f2-bcfc-ef5ef65a9c54"/>
    <ds:schemaRef ds:uri="f6c69493-c5c9-4f33-a298-9c893d5c6711"/>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18</Slides>
  <Notes>2</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Vision Empower Trust AI Skilling Program </vt:lpstr>
      <vt:lpstr>Agenda</vt:lpstr>
      <vt:lpstr>Learning Outcomes</vt:lpstr>
      <vt:lpstr>Pre-Assessment</vt:lpstr>
      <vt:lpstr>Why AI for VI?</vt:lpstr>
      <vt:lpstr>AI in Assistive Technologies and  AI as Assistive Technology </vt:lpstr>
      <vt:lpstr>Some AI tools for VI users</vt:lpstr>
      <vt:lpstr>Microsoft Seeing AI – A Visual Assistant for the Blind</vt:lpstr>
      <vt:lpstr>Be My AI – AI Powered Assistant to Virtual Volunteer Be My Eyes</vt:lpstr>
      <vt:lpstr>Microsoft CoPilot</vt:lpstr>
      <vt:lpstr>AI-enabled smart glasses</vt:lpstr>
      <vt:lpstr>Risks and limitations </vt:lpstr>
      <vt:lpstr>PowerPoint Presentation</vt:lpstr>
      <vt:lpstr>How do we use AI if it has pros and cons?</vt:lpstr>
      <vt:lpstr>Let us all remember </vt:lpstr>
      <vt:lpstr>Post-Assessment</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Meera Muthukrishnan</dc:creator>
  <cp:revision>366</cp:revision>
  <dcterms:created xsi:type="dcterms:W3CDTF">2026-07-08T02:46:24Z</dcterms:created>
  <dcterms:modified xsi:type="dcterms:W3CDTF">2026-09-08T01:30:48Z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0x01010073C8C1B650FCD44A90F6C15D7C0B4FC9</vt:lpwstr>
  </property>
  <property fmtid="{D5CDD505-2E9C-101B-9397-08002B2CF9AE}" pid="3" name="MediaServiceImageTags">
    <vt:lpwstr/>
  </property>
</Properties>
</file>