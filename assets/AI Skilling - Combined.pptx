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8"/>
  </p:notesMasterIdLst>
  <p:sldIdLst>
    <p:sldId id="257" r:id="rId5"/>
    <p:sldId id="263" r:id="rId6"/>
    <p:sldId id="262" r:id="rId7"/>
    <p:sldId id="258" r:id="rId8"/>
    <p:sldId id="260" r:id="rId9"/>
    <p:sldId id="294" r:id="rId10"/>
    <p:sldId id="261" r:id="rId11"/>
    <p:sldId id="277" r:id="rId12"/>
    <p:sldId id="325" r:id="rId13"/>
    <p:sldId id="266" r:id="rId14"/>
    <p:sldId id="293" r:id="rId15"/>
    <p:sldId id="297" r:id="rId16"/>
    <p:sldId id="327" r:id="rId17"/>
    <p:sldId id="302" r:id="rId18"/>
    <p:sldId id="286" r:id="rId19"/>
    <p:sldId id="304" r:id="rId20"/>
    <p:sldId id="330" r:id="rId21"/>
    <p:sldId id="331" r:id="rId22"/>
    <p:sldId id="332" r:id="rId23"/>
    <p:sldId id="305" r:id="rId24"/>
    <p:sldId id="323" r:id="rId25"/>
    <p:sldId id="341" r:id="rId26"/>
    <p:sldId id="333" r:id="rId27"/>
    <p:sldId id="328" r:id="rId28"/>
    <p:sldId id="343" r:id="rId29"/>
    <p:sldId id="324" r:id="rId30"/>
    <p:sldId id="344" r:id="rId31"/>
    <p:sldId id="265" r:id="rId32"/>
    <p:sldId id="329" r:id="rId33"/>
    <p:sldId id="345" r:id="rId34"/>
    <p:sldId id="348" r:id="rId35"/>
    <p:sldId id="351" r:id="rId36"/>
    <p:sldId id="352" r:id="rId37"/>
    <p:sldId id="350" r:id="rId38"/>
    <p:sldId id="353" r:id="rId39"/>
    <p:sldId id="326" r:id="rId40"/>
    <p:sldId id="307" r:id="rId41"/>
    <p:sldId id="303" r:id="rId42"/>
    <p:sldId id="313" r:id="rId43"/>
    <p:sldId id="310" r:id="rId44"/>
    <p:sldId id="314" r:id="rId45"/>
    <p:sldId id="276" r:id="rId46"/>
    <p:sldId id="290"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2E2D35-B354-39D3-999A-6B0765852270}" v="70" dt="2026-09-08T02:04:42.997"/>
    <p1510:client id="{32F2AB82-5E60-BD77-39D5-EE7EE51B031C}" v="18" dt="2026-09-08T01:52:24.511"/>
    <p1510:client id="{91BBB4C7-9708-2925-8DFD-8442FCF5F9E1}" v="2" dt="2026-09-08T09:37:29.539"/>
    <p1510:client id="{C1467BA7-9759-3D93-D292-FEC163847D1C}" v="1" dt="2026-09-08T10:29:09.735"/>
    <p1510:client id="{FB40E3DA-E328-D995-A2D3-EC48AB86089E}" v="1" dt="2026-09-08T06:25:01.4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era Muthukrishnan" userId="S::meera@visionempowertrust.org::d828a7ba-2585-4325-b591-73aa0d8f5866" providerId="AD" clId="Web-{AC44C3A4-8455-56F5-33A6-60164234BF6D}"/>
    <pc:docChg chg="addSld delSld modSld">
      <pc:chgData name="Meera Muthukrishnan" userId="S::meera@visionempowertrust.org::d828a7ba-2585-4325-b591-73aa0d8f5866" providerId="AD" clId="Web-{AC44C3A4-8455-56F5-33A6-60164234BF6D}" dt="2026-09-01T16:53:48.359" v="209" actId="20577"/>
      <pc:docMkLst>
        <pc:docMk/>
      </pc:docMkLst>
      <pc:sldChg chg="modSp">
        <pc:chgData name="Meera Muthukrishnan" userId="S::meera@visionempowertrust.org::d828a7ba-2585-4325-b591-73aa0d8f5866" providerId="AD" clId="Web-{AC44C3A4-8455-56F5-33A6-60164234BF6D}" dt="2026-09-01T16:30:52.602" v="3" actId="20577"/>
        <pc:sldMkLst>
          <pc:docMk/>
          <pc:sldMk cId="3527140876" sldId="305"/>
        </pc:sldMkLst>
        <pc:spChg chg="mod">
          <ac:chgData name="Meera Muthukrishnan" userId="S::meera@visionempowertrust.org::d828a7ba-2585-4325-b591-73aa0d8f5866" providerId="AD" clId="Web-{AC44C3A4-8455-56F5-33A6-60164234BF6D}" dt="2026-09-01T16:30:52.602" v="3" actId="20577"/>
          <ac:spMkLst>
            <pc:docMk/>
            <pc:sldMk cId="3527140876" sldId="305"/>
            <ac:spMk id="2" creationId="{328E485D-E706-0045-1F6C-5C6B05D64665}"/>
          </ac:spMkLst>
        </pc:spChg>
      </pc:sldChg>
      <pc:sldChg chg="modSp">
        <pc:chgData name="Meera Muthukrishnan" userId="S::meera@visionempowertrust.org::d828a7ba-2585-4325-b591-73aa0d8f5866" providerId="AD" clId="Web-{AC44C3A4-8455-56F5-33A6-60164234BF6D}" dt="2026-09-01T16:53:48.359" v="209" actId="20577"/>
        <pc:sldMkLst>
          <pc:docMk/>
          <pc:sldMk cId="3189162324" sldId="310"/>
        </pc:sldMkLst>
        <pc:spChg chg="mod">
          <ac:chgData name="Meera Muthukrishnan" userId="S::meera@visionempowertrust.org::d828a7ba-2585-4325-b591-73aa0d8f5866" providerId="AD" clId="Web-{AC44C3A4-8455-56F5-33A6-60164234BF6D}" dt="2026-09-01T16:53:48.359" v="209" actId="20577"/>
          <ac:spMkLst>
            <pc:docMk/>
            <pc:sldMk cId="3189162324" sldId="310"/>
            <ac:spMk id="3" creationId="{08FB7A8F-86FB-2A8E-C214-609D0A9623D3}"/>
          </ac:spMkLst>
        </pc:spChg>
      </pc:sldChg>
      <pc:sldChg chg="add">
        <pc:chgData name="Meera Muthukrishnan" userId="S::meera@visionempowertrust.org::d828a7ba-2585-4325-b591-73aa0d8f5866" providerId="AD" clId="Web-{AC44C3A4-8455-56F5-33A6-60164234BF6D}" dt="2026-09-01T16:42:04.886" v="4"/>
        <pc:sldMkLst>
          <pc:docMk/>
          <pc:sldMk cId="907765373" sldId="330"/>
        </pc:sldMkLst>
      </pc:sldChg>
      <pc:sldChg chg="add">
        <pc:chgData name="Meera Muthukrishnan" userId="S::meera@visionempowertrust.org::d828a7ba-2585-4325-b591-73aa0d8f5866" providerId="AD" clId="Web-{AC44C3A4-8455-56F5-33A6-60164234BF6D}" dt="2026-09-01T16:42:04.980" v="5"/>
        <pc:sldMkLst>
          <pc:docMk/>
          <pc:sldMk cId="2832651535" sldId="331"/>
        </pc:sldMkLst>
      </pc:sldChg>
      <pc:sldChg chg="add">
        <pc:chgData name="Meera Muthukrishnan" userId="S::meera@visionempowertrust.org::d828a7ba-2585-4325-b591-73aa0d8f5866" providerId="AD" clId="Web-{AC44C3A4-8455-56F5-33A6-60164234BF6D}" dt="2026-09-01T16:42:04.980" v="6"/>
        <pc:sldMkLst>
          <pc:docMk/>
          <pc:sldMk cId="2759380467" sldId="332"/>
        </pc:sldMkLst>
      </pc:sldChg>
      <pc:sldChg chg="modSp add">
        <pc:chgData name="Meera Muthukrishnan" userId="S::meera@visionempowertrust.org::d828a7ba-2585-4325-b591-73aa0d8f5866" providerId="AD" clId="Web-{AC44C3A4-8455-56F5-33A6-60164234BF6D}" dt="2026-09-01T16:52:33.265" v="155"/>
        <pc:sldMkLst>
          <pc:docMk/>
          <pc:sldMk cId="2162389052" sldId="333"/>
        </pc:sldMkLst>
        <pc:graphicFrameChg chg="mod modGraphic">
          <ac:chgData name="Meera Muthukrishnan" userId="S::meera@visionempowertrust.org::d828a7ba-2585-4325-b591-73aa0d8f5866" providerId="AD" clId="Web-{AC44C3A4-8455-56F5-33A6-60164234BF6D}" dt="2026-09-01T16:52:33.265" v="155"/>
          <ac:graphicFrameMkLst>
            <pc:docMk/>
            <pc:sldMk cId="2162389052" sldId="333"/>
            <ac:graphicFrameMk id="12" creationId="{77DE7720-7FB8-FEA8-2923-F31114080B7C}"/>
          </ac:graphicFrameMkLst>
        </pc:graphicFrameChg>
      </pc:sldChg>
    </pc:docChg>
  </pc:docChgLst>
  <pc:docChgLst>
    <pc:chgData name="Meera Muthukrishnan" userId="S::meera@visionempowertrust.org::d828a7ba-2585-4325-b591-73aa0d8f5866" providerId="AD" clId="Web-{32F2AB82-5E60-BD77-39D5-EE7EE51B031C}"/>
    <pc:docChg chg="addSld delSld modSld">
      <pc:chgData name="Meera Muthukrishnan" userId="S::meera@visionempowertrust.org::d828a7ba-2585-4325-b591-73aa0d8f5866" providerId="AD" clId="Web-{32F2AB82-5E60-BD77-39D5-EE7EE51B031C}" dt="2026-09-08T01:52:24.511" v="16"/>
      <pc:docMkLst>
        <pc:docMk/>
      </pc:docMkLst>
      <pc:sldChg chg="modSp">
        <pc:chgData name="Meera Muthukrishnan" userId="S::meera@visionempowertrust.org::d828a7ba-2585-4325-b591-73aa0d8f5866" providerId="AD" clId="Web-{32F2AB82-5E60-BD77-39D5-EE7EE51B031C}" dt="2026-09-08T01:51:52.761" v="13" actId="20577"/>
        <pc:sldMkLst>
          <pc:docMk/>
          <pc:sldMk cId="1479565106" sldId="257"/>
        </pc:sldMkLst>
        <pc:spChg chg="mod">
          <ac:chgData name="Meera Muthukrishnan" userId="S::meera@visionempowertrust.org::d828a7ba-2585-4325-b591-73aa0d8f5866" providerId="AD" clId="Web-{32F2AB82-5E60-BD77-39D5-EE7EE51B031C}" dt="2026-09-08T01:51:52.761" v="13" actId="20577"/>
          <ac:spMkLst>
            <pc:docMk/>
            <pc:sldMk cId="1479565106" sldId="257"/>
            <ac:spMk id="3" creationId="{0A37B741-42E9-DA37-7642-16595A6D170B}"/>
          </ac:spMkLst>
        </pc:spChg>
      </pc:sldChg>
      <pc:sldChg chg="add del mod modShow">
        <pc:chgData name="Meera Muthukrishnan" userId="S::meera@visionempowertrust.org::d828a7ba-2585-4325-b591-73aa0d8f5866" providerId="AD" clId="Web-{32F2AB82-5E60-BD77-39D5-EE7EE51B031C}" dt="2026-09-08T01:52:24.511" v="16"/>
        <pc:sldMkLst>
          <pc:docMk/>
          <pc:sldMk cId="2916478882" sldId="294"/>
        </pc:sldMkLst>
      </pc:sldChg>
    </pc:docChg>
  </pc:docChgLst>
  <pc:docChgLst>
    <pc:chgData name="Yuvaraj PK" userId="S::yuvaraj@visionempowertrust.org::ee70df89-fbc9-4364-93c2-901918c82222" providerId="AD" clId="Web-{FB40E3DA-E328-D995-A2D3-EC48AB86089E}"/>
    <pc:docChg chg="addSld">
      <pc:chgData name="Yuvaraj PK" userId="S::yuvaraj@visionempowertrust.org::ee70df89-fbc9-4364-93c2-901918c82222" providerId="AD" clId="Web-{FB40E3DA-E328-D995-A2D3-EC48AB86089E}" dt="2026-09-08T06:25:01.435" v="0"/>
      <pc:docMkLst>
        <pc:docMk/>
      </pc:docMkLst>
      <pc:sldChg chg="new">
        <pc:chgData name="Yuvaraj PK" userId="S::yuvaraj@visionempowertrust.org::ee70df89-fbc9-4364-93c2-901918c82222" providerId="AD" clId="Web-{FB40E3DA-E328-D995-A2D3-EC48AB86089E}" dt="2026-09-08T06:25:01.435" v="0"/>
        <pc:sldMkLst>
          <pc:docMk/>
          <pc:sldMk cId="647827960" sldId="354"/>
        </pc:sldMkLst>
      </pc:sldChg>
    </pc:docChg>
  </pc:docChgLst>
  <pc:docChgLst>
    <pc:chgData name="Meera Muthukrishnan" userId="S::meera@visionempowertrust.org::d828a7ba-2585-4325-b591-73aa0d8f5866" providerId="AD" clId="Web-{00000000-0000-0000-0000-000000000000}"/>
    <pc:docChg chg="modSld">
      <pc:chgData name="Meera Muthukrishnan" userId="S::meera@visionempowertrust.org::d828a7ba-2585-4325-b591-73aa0d8f5866" providerId="AD" clId="Web-{00000000-0000-0000-0000-000000000000}" dt="2026-09-01T16:56:31.971" v="28"/>
      <pc:docMkLst>
        <pc:docMk/>
      </pc:docMkLst>
      <pc:sldChg chg="modNotes">
        <pc:chgData name="Meera Muthukrishnan" userId="S::meera@visionempowertrust.org::d828a7ba-2585-4325-b591-73aa0d8f5866" providerId="AD" clId="Web-{00000000-0000-0000-0000-000000000000}" dt="2026-09-01T16:56:31.971" v="28"/>
        <pc:sldMkLst>
          <pc:docMk/>
          <pc:sldMk cId="2832651535" sldId="331"/>
        </pc:sldMkLst>
      </pc:sldChg>
    </pc:docChg>
  </pc:docChgLst>
  <pc:docChgLst>
    <pc:chgData name="Yuvaraj PK" userId="S::yuvaraj@visionempowertrust.org::ee70df89-fbc9-4364-93c2-901918c82222" providerId="AD" clId="Web-{25E8821D-2001-E83E-9180-05B2ADF3C64F}"/>
    <pc:docChg chg="addSld delSld modSld sldOrd">
      <pc:chgData name="Yuvaraj PK" userId="S::yuvaraj@visionempowertrust.org::ee70df89-fbc9-4364-93c2-901918c82222" providerId="AD" clId="Web-{25E8821D-2001-E83E-9180-05B2ADF3C64F}" dt="2026-08-26T07:31:38.814" v="294"/>
      <pc:docMkLst>
        <pc:docMk/>
      </pc:docMkLst>
      <pc:sldChg chg="modSp add ord">
        <pc:chgData name="Yuvaraj PK" userId="S::yuvaraj@visionempowertrust.org::ee70df89-fbc9-4364-93c2-901918c82222" providerId="AD" clId="Web-{25E8821D-2001-E83E-9180-05B2ADF3C64F}" dt="2026-08-26T07:20:40.588" v="291" actId="1076"/>
        <pc:sldMkLst>
          <pc:docMk/>
          <pc:sldMk cId="1479565106" sldId="257"/>
        </pc:sldMkLst>
        <pc:spChg chg="mod">
          <ac:chgData name="Yuvaraj PK" userId="S::yuvaraj@visionempowertrust.org::ee70df89-fbc9-4364-93c2-901918c82222" providerId="AD" clId="Web-{25E8821D-2001-E83E-9180-05B2ADF3C64F}" dt="2026-08-26T07:20:40.588" v="291" actId="1076"/>
          <ac:spMkLst>
            <pc:docMk/>
            <pc:sldMk cId="1479565106" sldId="257"/>
            <ac:spMk id="2" creationId="{45C6063C-3453-9878-D7FB-0560B0FB5D24}"/>
          </ac:spMkLst>
        </pc:spChg>
        <pc:spChg chg="mod">
          <ac:chgData name="Yuvaraj PK" userId="S::yuvaraj@visionempowertrust.org::ee70df89-fbc9-4364-93c2-901918c82222" providerId="AD" clId="Web-{25E8821D-2001-E83E-9180-05B2ADF3C64F}" dt="2026-08-26T07:20:32.369" v="289" actId="1076"/>
          <ac:spMkLst>
            <pc:docMk/>
            <pc:sldMk cId="1479565106" sldId="257"/>
            <ac:spMk id="3" creationId="{0A37B741-42E9-DA37-7642-16595A6D170B}"/>
          </ac:spMkLst>
        </pc:spChg>
      </pc:sldChg>
      <pc:sldChg chg="add">
        <pc:chgData name="Yuvaraj PK" userId="S::yuvaraj@visionempowertrust.org::ee70df89-fbc9-4364-93c2-901918c82222" providerId="AD" clId="Web-{25E8821D-2001-E83E-9180-05B2ADF3C64F}" dt="2026-08-26T06:18:09.264" v="212"/>
        <pc:sldMkLst>
          <pc:docMk/>
          <pc:sldMk cId="3686835434" sldId="258"/>
        </pc:sldMkLst>
      </pc:sldChg>
      <pc:sldChg chg="add">
        <pc:chgData name="Yuvaraj PK" userId="S::yuvaraj@visionempowertrust.org::ee70df89-fbc9-4364-93c2-901918c82222" providerId="AD" clId="Web-{25E8821D-2001-E83E-9180-05B2ADF3C64F}" dt="2026-08-26T06:21:44.568" v="214"/>
        <pc:sldMkLst>
          <pc:docMk/>
          <pc:sldMk cId="4080619638" sldId="260"/>
        </pc:sldMkLst>
      </pc:sldChg>
      <pc:sldChg chg="add ord">
        <pc:chgData name="Yuvaraj PK" userId="S::yuvaraj@visionempowertrust.org::ee70df89-fbc9-4364-93c2-901918c82222" providerId="AD" clId="Web-{25E8821D-2001-E83E-9180-05B2ADF3C64F}" dt="2026-08-26T06:31:13.370" v="216"/>
        <pc:sldMkLst>
          <pc:docMk/>
          <pc:sldMk cId="2500525408" sldId="261"/>
        </pc:sldMkLst>
      </pc:sldChg>
      <pc:sldChg chg="modSp add ord">
        <pc:chgData name="Yuvaraj PK" userId="S::yuvaraj@visionempowertrust.org::ee70df89-fbc9-4364-93c2-901918c82222" providerId="AD" clId="Web-{25E8821D-2001-E83E-9180-05B2ADF3C64F}" dt="2026-08-26T07:07:08.197" v="258"/>
        <pc:sldMkLst>
          <pc:docMk/>
          <pc:sldMk cId="248961299" sldId="262"/>
        </pc:sldMkLst>
        <pc:spChg chg="mod">
          <ac:chgData name="Yuvaraj PK" userId="S::yuvaraj@visionempowertrust.org::ee70df89-fbc9-4364-93c2-901918c82222" providerId="AD" clId="Web-{25E8821D-2001-E83E-9180-05B2ADF3C64F}" dt="2026-08-26T07:06:48.571" v="257" actId="1076"/>
          <ac:spMkLst>
            <pc:docMk/>
            <pc:sldMk cId="248961299" sldId="262"/>
            <ac:spMk id="2" creationId="{D04476FF-652A-988E-A326-EFA26F355948}"/>
          </ac:spMkLst>
        </pc:spChg>
        <pc:graphicFrameChg chg="mod modGraphic">
          <ac:chgData name="Yuvaraj PK" userId="S::yuvaraj@visionempowertrust.org::ee70df89-fbc9-4364-93c2-901918c82222" providerId="AD" clId="Web-{25E8821D-2001-E83E-9180-05B2ADF3C64F}" dt="2026-08-26T07:07:08.197" v="258"/>
          <ac:graphicFrameMkLst>
            <pc:docMk/>
            <pc:sldMk cId="248961299" sldId="262"/>
            <ac:graphicFrameMk id="5" creationId="{D79B3E9A-A26D-D7D3-6421-654A8AF6D9E2}"/>
          </ac:graphicFrameMkLst>
        </pc:graphicFrameChg>
      </pc:sldChg>
      <pc:sldChg chg="add">
        <pc:chgData name="Yuvaraj PK" userId="S::yuvaraj@visionempowertrust.org::ee70df89-fbc9-4364-93c2-901918c82222" providerId="AD" clId="Web-{25E8821D-2001-E83E-9180-05B2ADF3C64F}" dt="2026-08-26T06:17:51.326" v="211"/>
        <pc:sldMkLst>
          <pc:docMk/>
          <pc:sldMk cId="245070880" sldId="263"/>
        </pc:sldMkLst>
      </pc:sldChg>
      <pc:sldChg chg="modSp add">
        <pc:chgData name="Yuvaraj PK" userId="S::yuvaraj@visionempowertrust.org::ee70df89-fbc9-4364-93c2-901918c82222" providerId="AD" clId="Web-{25E8821D-2001-E83E-9180-05B2ADF3C64F}" dt="2026-08-26T07:20:06.727" v="286" actId="20577"/>
        <pc:sldMkLst>
          <pc:docMk/>
          <pc:sldMk cId="0" sldId="265"/>
        </pc:sldMkLst>
        <pc:spChg chg="mod">
          <ac:chgData name="Yuvaraj PK" userId="S::yuvaraj@visionempowertrust.org::ee70df89-fbc9-4364-93c2-901918c82222" providerId="AD" clId="Web-{25E8821D-2001-E83E-9180-05B2ADF3C64F}" dt="2026-08-26T07:20:06.727" v="286" actId="20577"/>
          <ac:spMkLst>
            <pc:docMk/>
            <pc:sldMk cId="0" sldId="265"/>
            <ac:spMk id="2" creationId="{00000000-0000-0000-0000-000000000000}"/>
          </ac:spMkLst>
        </pc:spChg>
      </pc:sldChg>
      <pc:sldChg chg="add ord">
        <pc:chgData name="Yuvaraj PK" userId="S::yuvaraj@visionempowertrust.org::ee70df89-fbc9-4364-93c2-901918c82222" providerId="AD" clId="Web-{25E8821D-2001-E83E-9180-05B2ADF3C64F}" dt="2026-08-26T06:38:06.791" v="222"/>
        <pc:sldMkLst>
          <pc:docMk/>
          <pc:sldMk cId="2913635624" sldId="266"/>
        </pc:sldMkLst>
      </pc:sldChg>
      <pc:sldChg chg="add">
        <pc:chgData name="Yuvaraj PK" userId="S::yuvaraj@visionempowertrust.org::ee70df89-fbc9-4364-93c2-901918c82222" providerId="AD" clId="Web-{25E8821D-2001-E83E-9180-05B2ADF3C64F}" dt="2026-08-26T06:34:18.705" v="218"/>
        <pc:sldMkLst>
          <pc:docMk/>
          <pc:sldMk cId="3794474243" sldId="277"/>
        </pc:sldMkLst>
      </pc:sldChg>
      <pc:sldChg chg="add ord">
        <pc:chgData name="Yuvaraj PK" userId="S::yuvaraj@visionempowertrust.org::ee70df89-fbc9-4364-93c2-901918c82222" providerId="AD" clId="Web-{25E8821D-2001-E83E-9180-05B2ADF3C64F}" dt="2026-08-26T06:56:22.627" v="233"/>
        <pc:sldMkLst>
          <pc:docMk/>
          <pc:sldMk cId="628283639" sldId="286"/>
        </pc:sldMkLst>
      </pc:sldChg>
      <pc:sldChg chg="add">
        <pc:chgData name="Yuvaraj PK" userId="S::yuvaraj@visionempowertrust.org::ee70df89-fbc9-4364-93c2-901918c82222" providerId="AD" clId="Web-{25E8821D-2001-E83E-9180-05B2ADF3C64F}" dt="2026-08-26T07:20:18.868" v="287"/>
        <pc:sldMkLst>
          <pc:docMk/>
          <pc:sldMk cId="698394219" sldId="290"/>
        </pc:sldMkLst>
      </pc:sldChg>
      <pc:sldChg chg="add ord">
        <pc:chgData name="Yuvaraj PK" userId="S::yuvaraj@visionempowertrust.org::ee70df89-fbc9-4364-93c2-901918c82222" providerId="AD" clId="Web-{25E8821D-2001-E83E-9180-05B2ADF3C64F}" dt="2026-08-26T06:37:28.086" v="220"/>
        <pc:sldMkLst>
          <pc:docMk/>
          <pc:sldMk cId="1393792900" sldId="293"/>
        </pc:sldMkLst>
      </pc:sldChg>
      <pc:sldChg chg="add">
        <pc:chgData name="Yuvaraj PK" userId="S::yuvaraj@visionempowertrust.org::ee70df89-fbc9-4364-93c2-901918c82222" providerId="AD" clId="Web-{25E8821D-2001-E83E-9180-05B2ADF3C64F}" dt="2026-08-26T06:32:02.606" v="217"/>
        <pc:sldMkLst>
          <pc:docMk/>
          <pc:sldMk cId="2916478882" sldId="294"/>
        </pc:sldMkLst>
      </pc:sldChg>
      <pc:sldChg chg="modSp add del">
        <pc:chgData name="Yuvaraj PK" userId="S::yuvaraj@visionempowertrust.org::ee70df89-fbc9-4364-93c2-901918c82222" providerId="AD" clId="Web-{25E8821D-2001-E83E-9180-05B2ADF3C64F}" dt="2026-08-26T07:31:38.814" v="294"/>
        <pc:sldMkLst>
          <pc:docMk/>
          <pc:sldMk cId="270304045" sldId="297"/>
        </pc:sldMkLst>
        <pc:spChg chg="mod">
          <ac:chgData name="Yuvaraj PK" userId="S::yuvaraj@visionempowertrust.org::ee70df89-fbc9-4364-93c2-901918c82222" providerId="AD" clId="Web-{25E8821D-2001-E83E-9180-05B2ADF3C64F}" dt="2026-08-26T07:10:57.596" v="269" actId="20577"/>
          <ac:spMkLst>
            <pc:docMk/>
            <pc:sldMk cId="270304045" sldId="297"/>
            <ac:spMk id="3" creationId="{794D16B6-FBC4-DD7B-4C46-8AE029CE3031}"/>
          </ac:spMkLst>
        </pc:spChg>
      </pc:sldChg>
      <pc:sldChg chg="add">
        <pc:chgData name="Yuvaraj PK" userId="S::yuvaraj@visionempowertrust.org::ee70df89-fbc9-4364-93c2-901918c82222" providerId="AD" clId="Web-{25E8821D-2001-E83E-9180-05B2ADF3C64F}" dt="2026-08-26T06:54:41.014" v="227"/>
        <pc:sldMkLst>
          <pc:docMk/>
          <pc:sldMk cId="3676658676" sldId="303"/>
        </pc:sldMkLst>
      </pc:sldChg>
      <pc:sldChg chg="add">
        <pc:chgData name="Yuvaraj PK" userId="S::yuvaraj@visionempowertrust.org::ee70df89-fbc9-4364-93c2-901918c82222" providerId="AD" clId="Web-{25E8821D-2001-E83E-9180-05B2ADF3C64F}" dt="2026-08-26T06:55:41" v="230"/>
        <pc:sldMkLst>
          <pc:docMk/>
          <pc:sldMk cId="47528758" sldId="304"/>
        </pc:sldMkLst>
      </pc:sldChg>
      <pc:sldChg chg="add">
        <pc:chgData name="Yuvaraj PK" userId="S::yuvaraj@visionempowertrust.org::ee70df89-fbc9-4364-93c2-901918c82222" providerId="AD" clId="Web-{25E8821D-2001-E83E-9180-05B2ADF3C64F}" dt="2026-08-26T06:56:00.970" v="231"/>
        <pc:sldMkLst>
          <pc:docMk/>
          <pc:sldMk cId="3527140876" sldId="305"/>
        </pc:sldMkLst>
      </pc:sldChg>
      <pc:sldChg chg="add">
        <pc:chgData name="Yuvaraj PK" userId="S::yuvaraj@visionempowertrust.org::ee70df89-fbc9-4364-93c2-901918c82222" providerId="AD" clId="Web-{25E8821D-2001-E83E-9180-05B2ADF3C64F}" dt="2026-08-26T06:41:55.846" v="225"/>
        <pc:sldMkLst>
          <pc:docMk/>
          <pc:sldMk cId="214990635" sldId="307"/>
        </pc:sldMkLst>
      </pc:sldChg>
      <pc:sldChg chg="add">
        <pc:chgData name="Yuvaraj PK" userId="S::yuvaraj@visionempowertrust.org::ee70df89-fbc9-4364-93c2-901918c82222" providerId="AD" clId="Web-{25E8821D-2001-E83E-9180-05B2ADF3C64F}" dt="2026-08-26T06:55:11.171" v="228"/>
        <pc:sldMkLst>
          <pc:docMk/>
          <pc:sldMk cId="3317847567" sldId="313"/>
        </pc:sldMkLst>
      </pc:sldChg>
      <pc:sldChg chg="add ord">
        <pc:chgData name="Yuvaraj PK" userId="S::yuvaraj@visionempowertrust.org::ee70df89-fbc9-4364-93c2-901918c82222" providerId="AD" clId="Web-{25E8821D-2001-E83E-9180-05B2ADF3C64F}" dt="2026-08-26T07:16:28.391" v="273"/>
        <pc:sldMkLst>
          <pc:docMk/>
          <pc:sldMk cId="3190727246" sldId="323"/>
        </pc:sldMkLst>
      </pc:sldChg>
      <pc:sldChg chg="modSp add">
        <pc:chgData name="Yuvaraj PK" userId="S::yuvaraj@visionempowertrust.org::ee70df89-fbc9-4364-93c2-901918c82222" providerId="AD" clId="Web-{25E8821D-2001-E83E-9180-05B2ADF3C64F}" dt="2026-08-26T07:19:49.570" v="281" actId="20577"/>
        <pc:sldMkLst>
          <pc:docMk/>
          <pc:sldMk cId="1619393274" sldId="324"/>
        </pc:sldMkLst>
        <pc:spChg chg="mod">
          <ac:chgData name="Yuvaraj PK" userId="S::yuvaraj@visionempowertrust.org::ee70df89-fbc9-4364-93c2-901918c82222" providerId="AD" clId="Web-{25E8821D-2001-E83E-9180-05B2ADF3C64F}" dt="2026-08-26T07:19:49.570" v="281" actId="20577"/>
          <ac:spMkLst>
            <pc:docMk/>
            <pc:sldMk cId="1619393274" sldId="324"/>
            <ac:spMk id="2" creationId="{00000000-0000-0000-0000-000000000000}"/>
          </ac:spMkLst>
        </pc:spChg>
      </pc:sldChg>
    </pc:docChg>
  </pc:docChgLst>
  <pc:docChgLst>
    <pc:chgData name="Milan Shit" userId="S::milan@visionempowertrust.org::0b80de16-7d33-4066-9171-25369b9da715" providerId="AD" clId="Web-{C1467BA7-9759-3D93-D292-FEC163847D1C}"/>
    <pc:docChg chg="delSld">
      <pc:chgData name="Milan Shit" userId="S::milan@visionempowertrust.org::0b80de16-7d33-4066-9171-25369b9da715" providerId="AD" clId="Web-{C1467BA7-9759-3D93-D292-FEC163847D1C}" dt="2026-09-08T10:29:09.735" v="0"/>
      <pc:docMkLst>
        <pc:docMk/>
      </pc:docMkLst>
      <pc:sldChg chg="del">
        <pc:chgData name="Milan Shit" userId="S::milan@visionempowertrust.org::0b80de16-7d33-4066-9171-25369b9da715" providerId="AD" clId="Web-{C1467BA7-9759-3D93-D292-FEC163847D1C}" dt="2026-09-08T10:29:09.735" v="0"/>
        <pc:sldMkLst>
          <pc:docMk/>
          <pc:sldMk cId="647827960" sldId="354"/>
        </pc:sldMkLst>
      </pc:sldChg>
    </pc:docChg>
  </pc:docChgLst>
  <pc:docChgLst>
    <pc:chgData name="Meera Muthukrishnan" userId="d828a7ba-2585-4325-b591-73aa0d8f5866" providerId="ADAL" clId="{CF8C5E80-9CE6-444F-9C99-35038870B814}"/>
    <pc:docChg chg="modSld">
      <pc:chgData name="Meera Muthukrishnan" userId="d828a7ba-2585-4325-b591-73aa0d8f5866" providerId="ADAL" clId="{CF8C5E80-9CE6-444F-9C99-35038870B814}" dt="2026-09-01T11:22:41.629" v="1" actId="962"/>
      <pc:docMkLst>
        <pc:docMk/>
      </pc:docMkLst>
      <pc:sldChg chg="modSp">
        <pc:chgData name="Meera Muthukrishnan" userId="d828a7ba-2585-4325-b591-73aa0d8f5866" providerId="ADAL" clId="{CF8C5E80-9CE6-444F-9C99-35038870B814}" dt="2026-09-01T11:22:41.629" v="1" actId="962"/>
        <pc:sldMkLst>
          <pc:docMk/>
          <pc:sldMk cId="2913635624" sldId="266"/>
        </pc:sldMkLst>
        <pc:graphicFrameChg chg="mod">
          <ac:chgData name="Meera Muthukrishnan" userId="d828a7ba-2585-4325-b591-73aa0d8f5866" providerId="ADAL" clId="{CF8C5E80-9CE6-444F-9C99-35038870B814}" dt="2026-09-01T11:22:41.629" v="1" actId="962"/>
          <ac:graphicFrameMkLst>
            <pc:docMk/>
            <pc:sldMk cId="2913635624" sldId="266"/>
            <ac:graphicFrameMk id="6" creationId="{34676CF1-541A-9264-BD46-2180C732A607}"/>
          </ac:graphicFrameMkLst>
        </pc:graphicFrameChg>
      </pc:sldChg>
    </pc:docChg>
  </pc:docChgLst>
  <pc:docChgLst>
    <pc:chgData name="Meera Muthukrishnan" userId="S::meera@visionempowertrust.org::d828a7ba-2585-4325-b591-73aa0d8f5866" providerId="AD" clId="Web-{01DF600E-E60D-7B8B-B9AC-2E095ADFDB47}"/>
    <pc:docChg chg="addSld delSld modSld">
      <pc:chgData name="Meera Muthukrishnan" userId="S::meera@visionempowertrust.org::d828a7ba-2585-4325-b591-73aa0d8f5866" providerId="AD" clId="Web-{01DF600E-E60D-7B8B-B9AC-2E095ADFDB47}" dt="2026-08-28T06:51:16.388" v="1528" actId="20577"/>
      <pc:docMkLst>
        <pc:docMk/>
      </pc:docMkLst>
      <pc:sldChg chg="modSp">
        <pc:chgData name="Meera Muthukrishnan" userId="S::meera@visionempowertrust.org::d828a7ba-2585-4325-b591-73aa0d8f5866" providerId="AD" clId="Web-{01DF600E-E60D-7B8B-B9AC-2E095ADFDB47}" dt="2026-08-28T06:20:48.113" v="470" actId="1076"/>
        <pc:sldMkLst>
          <pc:docMk/>
          <pc:sldMk cId="1479565106" sldId="257"/>
        </pc:sldMkLst>
        <pc:spChg chg="mod">
          <ac:chgData name="Meera Muthukrishnan" userId="S::meera@visionempowertrust.org::d828a7ba-2585-4325-b591-73aa0d8f5866" providerId="AD" clId="Web-{01DF600E-E60D-7B8B-B9AC-2E095ADFDB47}" dt="2026-08-28T06:20:19.923" v="461" actId="1076"/>
          <ac:spMkLst>
            <pc:docMk/>
            <pc:sldMk cId="1479565106" sldId="257"/>
            <ac:spMk id="3" creationId="{0A37B741-42E9-DA37-7642-16595A6D170B}"/>
          </ac:spMkLst>
        </pc:spChg>
        <pc:spChg chg="mod">
          <ac:chgData name="Meera Muthukrishnan" userId="S::meera@visionempowertrust.org::d828a7ba-2585-4325-b591-73aa0d8f5866" providerId="AD" clId="Web-{01DF600E-E60D-7B8B-B9AC-2E095ADFDB47}" dt="2026-08-28T06:20:48.113" v="468" actId="1076"/>
          <ac:spMkLst>
            <pc:docMk/>
            <pc:sldMk cId="1479565106" sldId="257"/>
            <ac:spMk id="4" creationId="{AB3DCA17-06EC-8695-8230-CE2D1583EB49}"/>
          </ac:spMkLst>
        </pc:spChg>
        <pc:picChg chg="mod">
          <ac:chgData name="Meera Muthukrishnan" userId="S::meera@visionempowertrust.org::d828a7ba-2585-4325-b591-73aa0d8f5866" providerId="AD" clId="Web-{01DF600E-E60D-7B8B-B9AC-2E095ADFDB47}" dt="2026-08-28T06:20:48.113" v="469" actId="1076"/>
          <ac:picMkLst>
            <pc:docMk/>
            <pc:sldMk cId="1479565106" sldId="257"/>
            <ac:picMk id="5" creationId="{8F632B84-A3E8-097F-7CEF-455705C51393}"/>
          </ac:picMkLst>
        </pc:picChg>
        <pc:picChg chg="mod">
          <ac:chgData name="Meera Muthukrishnan" userId="S::meera@visionempowertrust.org::d828a7ba-2585-4325-b591-73aa0d8f5866" providerId="AD" clId="Web-{01DF600E-E60D-7B8B-B9AC-2E095ADFDB47}" dt="2026-08-28T06:20:48.113" v="470" actId="1076"/>
          <ac:picMkLst>
            <pc:docMk/>
            <pc:sldMk cId="1479565106" sldId="257"/>
            <ac:picMk id="7" creationId="{ACE1CDDB-276E-EFDC-9A71-AE2F576A1A68}"/>
          </ac:picMkLst>
        </pc:picChg>
      </pc:sldChg>
      <pc:sldChg chg="modSp">
        <pc:chgData name="Meera Muthukrishnan" userId="S::meera@visionempowertrust.org::d828a7ba-2585-4325-b591-73aa0d8f5866" providerId="AD" clId="Web-{01DF600E-E60D-7B8B-B9AC-2E095ADFDB47}" dt="2026-08-28T06:14:22.228" v="170" actId="20577"/>
        <pc:sldMkLst>
          <pc:docMk/>
          <pc:sldMk cId="3686835434" sldId="258"/>
        </pc:sldMkLst>
        <pc:spChg chg="mod">
          <ac:chgData name="Meera Muthukrishnan" userId="S::meera@visionempowertrust.org::d828a7ba-2585-4325-b591-73aa0d8f5866" providerId="AD" clId="Web-{01DF600E-E60D-7B8B-B9AC-2E095ADFDB47}" dt="2026-08-28T06:14:22.228" v="170" actId="20577"/>
          <ac:spMkLst>
            <pc:docMk/>
            <pc:sldMk cId="3686835434" sldId="258"/>
            <ac:spMk id="3" creationId="{3A7D3CB1-819A-1A79-14EA-4667E6A52334}"/>
          </ac:spMkLst>
        </pc:spChg>
      </pc:sldChg>
      <pc:sldChg chg="modSp">
        <pc:chgData name="Meera Muthukrishnan" userId="S::meera@visionempowertrust.org::d828a7ba-2585-4325-b591-73aa0d8f5866" providerId="AD" clId="Web-{01DF600E-E60D-7B8B-B9AC-2E095ADFDB47}" dt="2026-08-28T06:14:35.931" v="176" actId="20577"/>
        <pc:sldMkLst>
          <pc:docMk/>
          <pc:sldMk cId="4080619638" sldId="260"/>
        </pc:sldMkLst>
        <pc:spChg chg="mod">
          <ac:chgData name="Meera Muthukrishnan" userId="S::meera@visionempowertrust.org::d828a7ba-2585-4325-b591-73aa0d8f5866" providerId="AD" clId="Web-{01DF600E-E60D-7B8B-B9AC-2E095ADFDB47}" dt="2026-08-28T06:14:35.931" v="176" actId="20577"/>
          <ac:spMkLst>
            <pc:docMk/>
            <pc:sldMk cId="4080619638" sldId="260"/>
            <ac:spMk id="3" creationId="{5F243253-33DF-C728-44EF-0AE21540FF1C}"/>
          </ac:spMkLst>
        </pc:spChg>
      </pc:sldChg>
      <pc:sldChg chg="modSp">
        <pc:chgData name="Meera Muthukrishnan" userId="S::meera@visionempowertrust.org::d828a7ba-2585-4325-b591-73aa0d8f5866" providerId="AD" clId="Web-{01DF600E-E60D-7B8B-B9AC-2E095ADFDB47}" dt="2026-08-28T06:12:37.038" v="110"/>
        <pc:sldMkLst>
          <pc:docMk/>
          <pc:sldMk cId="248961299" sldId="262"/>
        </pc:sldMkLst>
        <pc:graphicFrameChg chg="mod modGraphic">
          <ac:chgData name="Meera Muthukrishnan" userId="S::meera@visionempowertrust.org::d828a7ba-2585-4325-b591-73aa0d8f5866" providerId="AD" clId="Web-{01DF600E-E60D-7B8B-B9AC-2E095ADFDB47}" dt="2026-08-28T06:12:37.038" v="110"/>
          <ac:graphicFrameMkLst>
            <pc:docMk/>
            <pc:sldMk cId="248961299" sldId="262"/>
            <ac:graphicFrameMk id="5" creationId="{D79B3E9A-A26D-D7D3-6421-654A8AF6D9E2}"/>
          </ac:graphicFrameMkLst>
        </pc:graphicFrameChg>
      </pc:sldChg>
      <pc:sldChg chg="modSp">
        <pc:chgData name="Meera Muthukrishnan" userId="S::meera@visionempowertrust.org::d828a7ba-2585-4325-b591-73aa0d8f5866" providerId="AD" clId="Web-{01DF600E-E60D-7B8B-B9AC-2E095ADFDB47}" dt="2026-08-28T06:40:17.429" v="1050" actId="20577"/>
        <pc:sldMkLst>
          <pc:docMk/>
          <pc:sldMk cId="0" sldId="265"/>
        </pc:sldMkLst>
        <pc:spChg chg="mod">
          <ac:chgData name="Meera Muthukrishnan" userId="S::meera@visionempowertrust.org::d828a7ba-2585-4325-b591-73aa0d8f5866" providerId="AD" clId="Web-{01DF600E-E60D-7B8B-B9AC-2E095ADFDB47}" dt="2026-08-28T06:40:17.429" v="1050" actId="20577"/>
          <ac:spMkLst>
            <pc:docMk/>
            <pc:sldMk cId="0" sldId="265"/>
            <ac:spMk id="3" creationId="{00000000-0000-0000-0000-000000000000}"/>
          </ac:spMkLst>
        </pc:spChg>
      </pc:sldChg>
      <pc:sldChg chg="modSp modNotes">
        <pc:chgData name="Meera Muthukrishnan" userId="S::meera@visionempowertrust.org::d828a7ba-2585-4325-b591-73aa0d8f5866" providerId="AD" clId="Web-{01DF600E-E60D-7B8B-B9AC-2E095ADFDB47}" dt="2026-08-28T06:24:41.441" v="565"/>
        <pc:sldMkLst>
          <pc:docMk/>
          <pc:sldMk cId="2913635624" sldId="266"/>
        </pc:sldMkLst>
        <pc:spChg chg="mod">
          <ac:chgData name="Meera Muthukrishnan" userId="S::meera@visionempowertrust.org::d828a7ba-2585-4325-b591-73aa0d8f5866" providerId="AD" clId="Web-{01DF600E-E60D-7B8B-B9AC-2E095ADFDB47}" dt="2026-08-28T06:24:08.893" v="537" actId="20577"/>
          <ac:spMkLst>
            <pc:docMk/>
            <pc:sldMk cId="2913635624" sldId="266"/>
            <ac:spMk id="3" creationId="{5A3C6E3F-4B9A-4B1D-75D5-3D3C6D80A88F}"/>
          </ac:spMkLst>
        </pc:spChg>
        <pc:graphicFrameChg chg="mod">
          <ac:chgData name="Meera Muthukrishnan" userId="S::meera@visionempowertrust.org::d828a7ba-2585-4325-b591-73aa0d8f5866" providerId="AD" clId="Web-{01DF600E-E60D-7B8B-B9AC-2E095ADFDB47}" dt="2026-08-28T06:19:54.188" v="458" actId="1076"/>
          <ac:graphicFrameMkLst>
            <pc:docMk/>
            <pc:sldMk cId="2913635624" sldId="266"/>
            <ac:graphicFrameMk id="6" creationId="{34676CF1-541A-9264-BD46-2180C732A607}"/>
          </ac:graphicFrameMkLst>
        </pc:graphicFrameChg>
      </pc:sldChg>
      <pc:sldChg chg="modSp add">
        <pc:chgData name="Meera Muthukrishnan" userId="S::meera@visionempowertrust.org::d828a7ba-2585-4325-b591-73aa0d8f5866" providerId="AD" clId="Web-{01DF600E-E60D-7B8B-B9AC-2E095ADFDB47}" dt="2026-08-28T06:43:21.235" v="1177" actId="1076"/>
        <pc:sldMkLst>
          <pc:docMk/>
          <pc:sldMk cId="2984929156" sldId="276"/>
        </pc:sldMkLst>
        <pc:spChg chg="mod">
          <ac:chgData name="Meera Muthukrishnan" userId="S::meera@visionempowertrust.org::d828a7ba-2585-4325-b591-73aa0d8f5866" providerId="AD" clId="Web-{01DF600E-E60D-7B8B-B9AC-2E095ADFDB47}" dt="2026-08-28T06:43:21.235" v="1177" actId="1076"/>
          <ac:spMkLst>
            <pc:docMk/>
            <pc:sldMk cId="2984929156" sldId="276"/>
            <ac:spMk id="2" creationId="{B51F66CF-5CD1-E529-B366-175A3920FC2C}"/>
          </ac:spMkLst>
        </pc:spChg>
      </pc:sldChg>
      <pc:sldChg chg="modSp">
        <pc:chgData name="Meera Muthukrishnan" userId="S::meera@visionempowertrust.org::d828a7ba-2585-4325-b591-73aa0d8f5866" providerId="AD" clId="Web-{01DF600E-E60D-7B8B-B9AC-2E095ADFDB47}" dt="2026-08-28T06:15:30.917" v="206" actId="20577"/>
        <pc:sldMkLst>
          <pc:docMk/>
          <pc:sldMk cId="3794474243" sldId="277"/>
        </pc:sldMkLst>
        <pc:spChg chg="mod">
          <ac:chgData name="Meera Muthukrishnan" userId="S::meera@visionempowertrust.org::d828a7ba-2585-4325-b591-73aa0d8f5866" providerId="AD" clId="Web-{01DF600E-E60D-7B8B-B9AC-2E095ADFDB47}" dt="2026-08-28T06:15:30.917" v="206" actId="20577"/>
          <ac:spMkLst>
            <pc:docMk/>
            <pc:sldMk cId="3794474243" sldId="277"/>
            <ac:spMk id="3" creationId="{F2105D95-D098-8EB2-6842-9D7E14F5CF4C}"/>
          </ac:spMkLst>
        </pc:spChg>
      </pc:sldChg>
      <pc:sldChg chg="modSp add del">
        <pc:chgData name="Meera Muthukrishnan" userId="S::meera@visionempowertrust.org::d828a7ba-2585-4325-b591-73aa0d8f5866" providerId="AD" clId="Web-{01DF600E-E60D-7B8B-B9AC-2E095ADFDB47}" dt="2026-08-28T06:33:19.348" v="703" actId="20577"/>
        <pc:sldMkLst>
          <pc:docMk/>
          <pc:sldMk cId="628283639" sldId="286"/>
        </pc:sldMkLst>
        <pc:spChg chg="mod">
          <ac:chgData name="Meera Muthukrishnan" userId="S::meera@visionempowertrust.org::d828a7ba-2585-4325-b591-73aa0d8f5866" providerId="AD" clId="Web-{01DF600E-E60D-7B8B-B9AC-2E095ADFDB47}" dt="2026-08-28T06:33:15.082" v="702" actId="20577"/>
          <ac:spMkLst>
            <pc:docMk/>
            <pc:sldMk cId="628283639" sldId="286"/>
            <ac:spMk id="2" creationId="{84528891-9E5A-0B7A-542B-9C59E9FF99DB}"/>
          </ac:spMkLst>
        </pc:spChg>
        <pc:spChg chg="mod">
          <ac:chgData name="Meera Muthukrishnan" userId="S::meera@visionempowertrust.org::d828a7ba-2585-4325-b591-73aa0d8f5866" providerId="AD" clId="Web-{01DF600E-E60D-7B8B-B9AC-2E095ADFDB47}" dt="2026-08-28T06:33:19.348" v="703" actId="20577"/>
          <ac:spMkLst>
            <pc:docMk/>
            <pc:sldMk cId="628283639" sldId="286"/>
            <ac:spMk id="3" creationId="{3B71F9C1-6960-ACF7-4EF6-16701D33AFDA}"/>
          </ac:spMkLst>
        </pc:spChg>
      </pc:sldChg>
      <pc:sldChg chg="addSp modSp">
        <pc:chgData name="Meera Muthukrishnan" userId="S::meera@visionempowertrust.org::d828a7ba-2585-4325-b591-73aa0d8f5866" providerId="AD" clId="Web-{01DF600E-E60D-7B8B-B9AC-2E095ADFDB47}" dt="2026-08-28T06:43:10.172" v="1174" actId="1076"/>
        <pc:sldMkLst>
          <pc:docMk/>
          <pc:sldMk cId="698394219" sldId="290"/>
        </pc:sldMkLst>
        <pc:spChg chg="mod">
          <ac:chgData name="Meera Muthukrishnan" userId="S::meera@visionempowertrust.org::d828a7ba-2585-4325-b591-73aa0d8f5866" providerId="AD" clId="Web-{01DF600E-E60D-7B8B-B9AC-2E095ADFDB47}" dt="2026-08-28T06:43:10.172" v="1174" actId="1076"/>
          <ac:spMkLst>
            <pc:docMk/>
            <pc:sldMk cId="698394219" sldId="290"/>
            <ac:spMk id="2" creationId="{CD6D887D-4C29-6546-B219-115367A47C14}"/>
          </ac:spMkLst>
        </pc:spChg>
        <pc:spChg chg="add">
          <ac:chgData name="Meera Muthukrishnan" userId="S::meera@visionempowertrust.org::d828a7ba-2585-4325-b591-73aa0d8f5866" providerId="AD" clId="Web-{01DF600E-E60D-7B8B-B9AC-2E095ADFDB47}" dt="2026-08-28T06:42:44.296" v="1118"/>
          <ac:spMkLst>
            <pc:docMk/>
            <pc:sldMk cId="698394219" sldId="290"/>
            <ac:spMk id="4" creationId="{867CB2EE-4B79-E31E-7D1E-2AB8652E55FF}"/>
          </ac:spMkLst>
        </pc:spChg>
        <pc:picChg chg="add">
          <ac:chgData name="Meera Muthukrishnan" userId="S::meera@visionempowertrust.org::d828a7ba-2585-4325-b591-73aa0d8f5866" providerId="AD" clId="Web-{01DF600E-E60D-7B8B-B9AC-2E095ADFDB47}" dt="2026-08-28T06:42:44.311" v="1119"/>
          <ac:picMkLst>
            <pc:docMk/>
            <pc:sldMk cId="698394219" sldId="290"/>
            <ac:picMk id="6" creationId="{B1D2D3C3-13AC-26A8-A818-23CED1BA08DD}"/>
          </ac:picMkLst>
        </pc:picChg>
        <pc:picChg chg="add">
          <ac:chgData name="Meera Muthukrishnan" userId="S::meera@visionempowertrust.org::d828a7ba-2585-4325-b591-73aa0d8f5866" providerId="AD" clId="Web-{01DF600E-E60D-7B8B-B9AC-2E095ADFDB47}" dt="2026-08-28T06:42:44.327" v="1120"/>
          <ac:picMkLst>
            <pc:docMk/>
            <pc:sldMk cId="698394219" sldId="290"/>
            <ac:picMk id="8" creationId="{A43976D8-41AA-94A2-45D0-53E14AC2DE23}"/>
          </ac:picMkLst>
        </pc:picChg>
      </pc:sldChg>
      <pc:sldChg chg="modSp">
        <pc:chgData name="Meera Muthukrishnan" userId="S::meera@visionempowertrust.org::d828a7ba-2585-4325-b591-73aa0d8f5866" providerId="AD" clId="Web-{01DF600E-E60D-7B8B-B9AC-2E095ADFDB47}" dt="2026-08-28T06:22:19.964" v="473" actId="20577"/>
        <pc:sldMkLst>
          <pc:docMk/>
          <pc:sldMk cId="2916478882" sldId="294"/>
        </pc:sldMkLst>
        <pc:spChg chg="mod">
          <ac:chgData name="Meera Muthukrishnan" userId="S::meera@visionempowertrust.org::d828a7ba-2585-4325-b591-73aa0d8f5866" providerId="AD" clId="Web-{01DF600E-E60D-7B8B-B9AC-2E095ADFDB47}" dt="2026-08-28T06:22:19.964" v="473" actId="20577"/>
          <ac:spMkLst>
            <pc:docMk/>
            <pc:sldMk cId="2916478882" sldId="294"/>
            <ac:spMk id="2" creationId="{A519FDFC-0CD8-F2B5-FA22-094DAE199EBA}"/>
          </ac:spMkLst>
        </pc:spChg>
        <pc:spChg chg="mod">
          <ac:chgData name="Meera Muthukrishnan" userId="S::meera@visionempowertrust.org::d828a7ba-2585-4325-b591-73aa0d8f5866" providerId="AD" clId="Web-{01DF600E-E60D-7B8B-B9AC-2E095ADFDB47}" dt="2026-08-28T06:17:48.076" v="338" actId="20577"/>
          <ac:spMkLst>
            <pc:docMk/>
            <pc:sldMk cId="2916478882" sldId="294"/>
            <ac:spMk id="3" creationId="{62960C54-2DDB-1CD1-52BF-C0BDE6BBD2F2}"/>
          </ac:spMkLst>
        </pc:spChg>
      </pc:sldChg>
      <pc:sldChg chg="modSp">
        <pc:chgData name="Meera Muthukrishnan" userId="S::meera@visionempowertrust.org::d828a7ba-2585-4325-b591-73aa0d8f5866" providerId="AD" clId="Web-{01DF600E-E60D-7B8B-B9AC-2E095ADFDB47}" dt="2026-08-28T06:26:55.978" v="571" actId="20577"/>
        <pc:sldMkLst>
          <pc:docMk/>
          <pc:sldMk cId="270304045" sldId="297"/>
        </pc:sldMkLst>
        <pc:spChg chg="mod">
          <ac:chgData name="Meera Muthukrishnan" userId="S::meera@visionempowertrust.org::d828a7ba-2585-4325-b591-73aa0d8f5866" providerId="AD" clId="Web-{01DF600E-E60D-7B8B-B9AC-2E095ADFDB47}" dt="2026-08-28T06:26:55.978" v="571" actId="20577"/>
          <ac:spMkLst>
            <pc:docMk/>
            <pc:sldMk cId="270304045" sldId="297"/>
            <ac:spMk id="3" creationId="{794D16B6-FBC4-DD7B-4C46-8AE029CE3031}"/>
          </ac:spMkLst>
        </pc:spChg>
      </pc:sldChg>
      <pc:sldChg chg="add">
        <pc:chgData name="Meera Muthukrishnan" userId="S::meera@visionempowertrust.org::d828a7ba-2585-4325-b591-73aa0d8f5866" providerId="AD" clId="Web-{01DF600E-E60D-7B8B-B9AC-2E095ADFDB47}" dt="2026-08-28T06:31:42.815" v="670"/>
        <pc:sldMkLst>
          <pc:docMk/>
          <pc:sldMk cId="2153554663" sldId="302"/>
        </pc:sldMkLst>
      </pc:sldChg>
      <pc:sldChg chg="modSp add del">
        <pc:chgData name="Meera Muthukrishnan" userId="S::meera@visionempowertrust.org::d828a7ba-2585-4325-b591-73aa0d8f5866" providerId="AD" clId="Web-{01DF600E-E60D-7B8B-B9AC-2E095ADFDB47}" dt="2026-08-28T06:31:12.330" v="668"/>
        <pc:sldMkLst>
          <pc:docMk/>
          <pc:sldMk cId="3676658676" sldId="303"/>
        </pc:sldMkLst>
        <pc:spChg chg="mod">
          <ac:chgData name="Meera Muthukrishnan" userId="S::meera@visionempowertrust.org::d828a7ba-2585-4325-b591-73aa0d8f5866" providerId="AD" clId="Web-{01DF600E-E60D-7B8B-B9AC-2E095ADFDB47}" dt="2026-08-28T06:29:37.515" v="652" actId="20577"/>
          <ac:spMkLst>
            <pc:docMk/>
            <pc:sldMk cId="3676658676" sldId="303"/>
            <ac:spMk id="3" creationId="{BD891FD3-005F-4E25-3189-B9DDB5C4F413}"/>
          </ac:spMkLst>
        </pc:spChg>
      </pc:sldChg>
      <pc:sldChg chg="modSp">
        <pc:chgData name="Meera Muthukrishnan" userId="S::meera@visionempowertrust.org::d828a7ba-2585-4325-b591-73aa0d8f5866" providerId="AD" clId="Web-{01DF600E-E60D-7B8B-B9AC-2E095ADFDB47}" dt="2026-08-28T06:34:06.755" v="745" actId="20577"/>
        <pc:sldMkLst>
          <pc:docMk/>
          <pc:sldMk cId="3527140876" sldId="305"/>
        </pc:sldMkLst>
        <pc:spChg chg="mod">
          <ac:chgData name="Meera Muthukrishnan" userId="S::meera@visionempowertrust.org::d828a7ba-2585-4325-b591-73aa0d8f5866" providerId="AD" clId="Web-{01DF600E-E60D-7B8B-B9AC-2E095ADFDB47}" dt="2026-08-28T06:34:06.755" v="745" actId="20577"/>
          <ac:spMkLst>
            <pc:docMk/>
            <pc:sldMk cId="3527140876" sldId="305"/>
            <ac:spMk id="2" creationId="{328E485D-E706-0045-1F6C-5C6B05D64665}"/>
          </ac:spMkLst>
        </pc:spChg>
      </pc:sldChg>
      <pc:sldChg chg="modSp add del">
        <pc:chgData name="Meera Muthukrishnan" userId="S::meera@visionempowertrust.org::d828a7ba-2585-4325-b591-73aa0d8f5866" providerId="AD" clId="Web-{01DF600E-E60D-7B8B-B9AC-2E095ADFDB47}" dt="2026-08-28T06:31:12.283" v="667"/>
        <pc:sldMkLst>
          <pc:docMk/>
          <pc:sldMk cId="214990635" sldId="307"/>
        </pc:sldMkLst>
        <pc:spChg chg="mod">
          <ac:chgData name="Meera Muthukrishnan" userId="S::meera@visionempowertrust.org::d828a7ba-2585-4325-b591-73aa0d8f5866" providerId="AD" clId="Web-{01DF600E-E60D-7B8B-B9AC-2E095ADFDB47}" dt="2026-08-28T06:28:31.685" v="630" actId="20577"/>
          <ac:spMkLst>
            <pc:docMk/>
            <pc:sldMk cId="214990635" sldId="307"/>
            <ac:spMk id="2" creationId="{C15A911D-D60A-8A95-F7C1-B611E479E8A8}"/>
          </ac:spMkLst>
        </pc:spChg>
        <pc:spChg chg="mod">
          <ac:chgData name="Meera Muthukrishnan" userId="S::meera@visionempowertrust.org::d828a7ba-2585-4325-b591-73aa0d8f5866" providerId="AD" clId="Web-{01DF600E-E60D-7B8B-B9AC-2E095ADFDB47}" dt="2026-08-28T06:29:20.108" v="647" actId="20577"/>
          <ac:spMkLst>
            <pc:docMk/>
            <pc:sldMk cId="214990635" sldId="307"/>
            <ac:spMk id="3" creationId="{0309B991-AD23-3D82-9EDA-D69DD1989EE5}"/>
          </ac:spMkLst>
        </pc:spChg>
      </pc:sldChg>
      <pc:sldChg chg="add">
        <pc:chgData name="Meera Muthukrishnan" userId="S::meera@visionempowertrust.org::d828a7ba-2585-4325-b591-73aa0d8f5866" providerId="AD" clId="Web-{01DF600E-E60D-7B8B-B9AC-2E095ADFDB47}" dt="2026-08-28T06:41:08.432" v="1051"/>
        <pc:sldMkLst>
          <pc:docMk/>
          <pc:sldMk cId="3189162324" sldId="310"/>
        </pc:sldMkLst>
      </pc:sldChg>
      <pc:sldChg chg="modSp add del">
        <pc:chgData name="Meera Muthukrishnan" userId="S::meera@visionempowertrust.org::d828a7ba-2585-4325-b591-73aa0d8f5866" providerId="AD" clId="Web-{01DF600E-E60D-7B8B-B9AC-2E095ADFDB47}" dt="2026-08-28T06:31:12.376" v="669"/>
        <pc:sldMkLst>
          <pc:docMk/>
          <pc:sldMk cId="3317847567" sldId="313"/>
        </pc:sldMkLst>
        <pc:spChg chg="mod">
          <ac:chgData name="Meera Muthukrishnan" userId="S::meera@visionempowertrust.org::d828a7ba-2585-4325-b591-73aa0d8f5866" providerId="AD" clId="Web-{01DF600E-E60D-7B8B-B9AC-2E095ADFDB47}" dt="2026-08-28T06:30:36.532" v="656" actId="20577"/>
          <ac:spMkLst>
            <pc:docMk/>
            <pc:sldMk cId="3317847567" sldId="313"/>
            <ac:spMk id="3" creationId="{C5E146AD-95F2-85F1-1CA7-2F9FAB67006A}"/>
          </ac:spMkLst>
        </pc:spChg>
      </pc:sldChg>
      <pc:sldChg chg="modSp add">
        <pc:chgData name="Meera Muthukrishnan" userId="S::meera@visionempowertrust.org::d828a7ba-2585-4325-b591-73aa0d8f5866" providerId="AD" clId="Web-{01DF600E-E60D-7B8B-B9AC-2E095ADFDB47}" dt="2026-08-28T06:51:16.388" v="1528" actId="20577"/>
        <pc:sldMkLst>
          <pc:docMk/>
          <pc:sldMk cId="2610606565" sldId="314"/>
        </pc:sldMkLst>
        <pc:spChg chg="mod">
          <ac:chgData name="Meera Muthukrishnan" userId="S::meera@visionempowertrust.org::d828a7ba-2585-4325-b591-73aa0d8f5866" providerId="AD" clId="Web-{01DF600E-E60D-7B8B-B9AC-2E095ADFDB47}" dt="2026-08-28T06:51:16.388" v="1528" actId="20577"/>
          <ac:spMkLst>
            <pc:docMk/>
            <pc:sldMk cId="2610606565" sldId="314"/>
            <ac:spMk id="3" creationId="{8C97FCCD-E84C-CBB1-F215-16842F5B4432}"/>
          </ac:spMkLst>
        </pc:spChg>
      </pc:sldChg>
      <pc:sldChg chg="modSp">
        <pc:chgData name="Meera Muthukrishnan" userId="S::meera@visionempowertrust.org::d828a7ba-2585-4325-b591-73aa0d8f5866" providerId="AD" clId="Web-{01DF600E-E60D-7B8B-B9AC-2E095ADFDB47}" dt="2026-08-28T06:45:49.083" v="1202" actId="20577"/>
        <pc:sldMkLst>
          <pc:docMk/>
          <pc:sldMk cId="1619393274" sldId="324"/>
        </pc:sldMkLst>
        <pc:spChg chg="mod">
          <ac:chgData name="Meera Muthukrishnan" userId="S::meera@visionempowertrust.org::d828a7ba-2585-4325-b591-73aa0d8f5866" providerId="AD" clId="Web-{01DF600E-E60D-7B8B-B9AC-2E095ADFDB47}" dt="2026-08-28T06:45:49.083" v="1202" actId="20577"/>
          <ac:spMkLst>
            <pc:docMk/>
            <pc:sldMk cId="1619393274" sldId="324"/>
            <ac:spMk id="3" creationId="{00000000-0000-0000-0000-000000000000}"/>
          </ac:spMkLst>
        </pc:spChg>
      </pc:sldChg>
      <pc:sldChg chg="modSp add replId">
        <pc:chgData name="Meera Muthukrishnan" userId="S::meera@visionempowertrust.org::d828a7ba-2585-4325-b591-73aa0d8f5866" providerId="AD" clId="Web-{01DF600E-E60D-7B8B-B9AC-2E095ADFDB47}" dt="2026-08-28T06:18:31.155" v="379" actId="20577"/>
        <pc:sldMkLst>
          <pc:docMk/>
          <pc:sldMk cId="3426211177" sldId="325"/>
        </pc:sldMkLst>
        <pc:spChg chg="mod">
          <ac:chgData name="Meera Muthukrishnan" userId="S::meera@visionempowertrust.org::d828a7ba-2585-4325-b591-73aa0d8f5866" providerId="AD" clId="Web-{01DF600E-E60D-7B8B-B9AC-2E095ADFDB47}" dt="2026-08-28T06:18:31.155" v="379" actId="20577"/>
          <ac:spMkLst>
            <pc:docMk/>
            <pc:sldMk cId="3426211177" sldId="325"/>
            <ac:spMk id="2" creationId="{AA26CE5C-4BB2-C16C-35F6-99233B3E5D78}"/>
          </ac:spMkLst>
        </pc:spChg>
      </pc:sldChg>
      <pc:sldChg chg="modSp new add del modNotes">
        <pc:chgData name="Meera Muthukrishnan" userId="S::meera@visionempowertrust.org::d828a7ba-2585-4325-b591-73aa0d8f5866" providerId="AD" clId="Web-{01DF600E-E60D-7B8B-B9AC-2E095ADFDB47}" dt="2026-08-28T06:31:12.205" v="666"/>
        <pc:sldMkLst>
          <pc:docMk/>
          <pc:sldMk cId="300548146" sldId="326"/>
        </pc:sldMkLst>
        <pc:spChg chg="mod">
          <ac:chgData name="Meera Muthukrishnan" userId="S::meera@visionempowertrust.org::d828a7ba-2585-4325-b591-73aa0d8f5866" providerId="AD" clId="Web-{01DF600E-E60D-7B8B-B9AC-2E095ADFDB47}" dt="2026-08-28T06:28:01.027" v="593" actId="20577"/>
          <ac:spMkLst>
            <pc:docMk/>
            <pc:sldMk cId="300548146" sldId="326"/>
            <ac:spMk id="2" creationId="{47047138-40FD-86D6-01C3-7584F66DF86C}"/>
          </ac:spMkLst>
        </pc:spChg>
      </pc:sldChg>
      <pc:sldChg chg="modSp new">
        <pc:chgData name="Meera Muthukrishnan" userId="S::meera@visionempowertrust.org::d828a7ba-2585-4325-b591-73aa0d8f5866" providerId="AD" clId="Web-{01DF600E-E60D-7B8B-B9AC-2E095ADFDB47}" dt="2026-08-28T06:30:58.611" v="661" actId="20577"/>
        <pc:sldMkLst>
          <pc:docMk/>
          <pc:sldMk cId="2287578393" sldId="327"/>
        </pc:sldMkLst>
        <pc:spChg chg="mod">
          <ac:chgData name="Meera Muthukrishnan" userId="S::meera@visionempowertrust.org::d828a7ba-2585-4325-b591-73aa0d8f5866" providerId="AD" clId="Web-{01DF600E-E60D-7B8B-B9AC-2E095ADFDB47}" dt="2026-08-28T06:30:58.611" v="661" actId="20577"/>
          <ac:spMkLst>
            <pc:docMk/>
            <pc:sldMk cId="2287578393" sldId="327"/>
            <ac:spMk id="2" creationId="{DE9F2C89-0AFA-487C-752A-7E3BE93FA343}"/>
          </ac:spMkLst>
        </pc:spChg>
      </pc:sldChg>
      <pc:sldChg chg="modSp new">
        <pc:chgData name="Meera Muthukrishnan" userId="S::meera@visionempowertrust.org::d828a7ba-2585-4325-b591-73aa0d8f5866" providerId="AD" clId="Web-{01DF600E-E60D-7B8B-B9AC-2E095ADFDB47}" dt="2026-08-28T06:39:01.048" v="1027" actId="20577"/>
        <pc:sldMkLst>
          <pc:docMk/>
          <pc:sldMk cId="1694695360" sldId="328"/>
        </pc:sldMkLst>
        <pc:spChg chg="mod">
          <ac:chgData name="Meera Muthukrishnan" userId="S::meera@visionempowertrust.org::d828a7ba-2585-4325-b591-73aa0d8f5866" providerId="AD" clId="Web-{01DF600E-E60D-7B8B-B9AC-2E095ADFDB47}" dt="2026-08-28T06:38:53.642" v="1025" actId="20577"/>
          <ac:spMkLst>
            <pc:docMk/>
            <pc:sldMk cId="1694695360" sldId="328"/>
            <ac:spMk id="2" creationId="{63D1AE89-D4B3-4408-D952-460EA5491F64}"/>
          </ac:spMkLst>
        </pc:spChg>
        <pc:spChg chg="mod">
          <ac:chgData name="Meera Muthukrishnan" userId="S::meera@visionempowertrust.org::d828a7ba-2585-4325-b591-73aa0d8f5866" providerId="AD" clId="Web-{01DF600E-E60D-7B8B-B9AC-2E095ADFDB47}" dt="2026-08-28T06:39:01.048" v="1027" actId="20577"/>
          <ac:spMkLst>
            <pc:docMk/>
            <pc:sldMk cId="1694695360" sldId="328"/>
            <ac:spMk id="3" creationId="{2652872F-EAF9-3B05-1486-D5A2C706C75B}"/>
          </ac:spMkLst>
        </pc:spChg>
      </pc:sldChg>
    </pc:docChg>
  </pc:docChgLst>
  <pc:docChgLst>
    <pc:chgData name="Meera Muthukrishnan" userId="S::meera@visionempowertrust.org::d828a7ba-2585-4325-b591-73aa0d8f5866" providerId="AD" clId="Web-{27AE0549-22B2-27FD-A009-53D197122954}"/>
    <pc:docChg chg="modSld">
      <pc:chgData name="Meera Muthukrishnan" userId="S::meera@visionempowertrust.org::d828a7ba-2585-4325-b591-73aa0d8f5866" providerId="AD" clId="Web-{27AE0549-22B2-27FD-A009-53D197122954}" dt="2026-09-01T03:48:26.794" v="3" actId="20577"/>
      <pc:docMkLst>
        <pc:docMk/>
      </pc:docMkLst>
      <pc:sldChg chg="modSp">
        <pc:chgData name="Meera Muthukrishnan" userId="S::meera@visionempowertrust.org::d828a7ba-2585-4325-b591-73aa0d8f5866" providerId="AD" clId="Web-{27AE0549-22B2-27FD-A009-53D197122954}" dt="2026-09-01T03:48:26.794" v="3" actId="20577"/>
        <pc:sldMkLst>
          <pc:docMk/>
          <pc:sldMk cId="1479565106" sldId="257"/>
        </pc:sldMkLst>
        <pc:spChg chg="mod">
          <ac:chgData name="Meera Muthukrishnan" userId="S::meera@visionempowertrust.org::d828a7ba-2585-4325-b591-73aa0d8f5866" providerId="AD" clId="Web-{27AE0549-22B2-27FD-A009-53D197122954}" dt="2026-09-01T03:48:26.794" v="3" actId="20577"/>
          <ac:spMkLst>
            <pc:docMk/>
            <pc:sldMk cId="1479565106" sldId="257"/>
            <ac:spMk id="3" creationId="{0A37B741-42E9-DA37-7642-16595A6D170B}"/>
          </ac:spMkLst>
        </pc:spChg>
      </pc:sldChg>
    </pc:docChg>
  </pc:docChgLst>
  <pc:docChgLst>
    <pc:chgData name="Meera Muthukrishnan" userId="S::meera@visionempowertrust.org::d828a7ba-2585-4325-b591-73aa0d8f5866" providerId="AD" clId="Web-{032E2D35-B354-39D3-999A-6B0765852270}"/>
    <pc:docChg chg="addSld delSld modSld">
      <pc:chgData name="Meera Muthukrishnan" userId="S::meera@visionempowertrust.org::d828a7ba-2585-4325-b591-73aa0d8f5866" providerId="AD" clId="Web-{032E2D35-B354-39D3-999A-6B0765852270}" dt="2026-09-08T02:04:42.997" v="59"/>
      <pc:docMkLst>
        <pc:docMk/>
      </pc:docMkLst>
      <pc:sldChg chg="del">
        <pc:chgData name="Meera Muthukrishnan" userId="S::meera@visionempowertrust.org::d828a7ba-2585-4325-b591-73aa0d8f5866" providerId="AD" clId="Web-{032E2D35-B354-39D3-999A-6B0765852270}" dt="2026-09-08T01:56:28.445" v="15"/>
        <pc:sldMkLst>
          <pc:docMk/>
          <pc:sldMk cId="0" sldId="259"/>
        </pc:sldMkLst>
      </pc:sldChg>
      <pc:sldChg chg="del">
        <pc:chgData name="Meera Muthukrishnan" userId="S::meera@visionempowertrust.org::d828a7ba-2585-4325-b591-73aa0d8f5866" providerId="AD" clId="Web-{032E2D35-B354-39D3-999A-6B0765852270}" dt="2026-09-08T01:57:05.197" v="23"/>
        <pc:sldMkLst>
          <pc:docMk/>
          <pc:sldMk cId="0" sldId="264"/>
        </pc:sldMkLst>
      </pc:sldChg>
      <pc:sldChg chg="modSp">
        <pc:chgData name="Meera Muthukrishnan" userId="S::meera@visionempowertrust.org::d828a7ba-2585-4325-b591-73aa0d8f5866" providerId="AD" clId="Web-{032E2D35-B354-39D3-999A-6B0765852270}" dt="2026-09-08T02:03:34.072" v="33" actId="20577"/>
        <pc:sldMkLst>
          <pc:docMk/>
          <pc:sldMk cId="0" sldId="265"/>
        </pc:sldMkLst>
        <pc:spChg chg="mod">
          <ac:chgData name="Meera Muthukrishnan" userId="S::meera@visionempowertrust.org::d828a7ba-2585-4325-b591-73aa0d8f5866" providerId="AD" clId="Web-{032E2D35-B354-39D3-999A-6B0765852270}" dt="2026-09-08T02:03:34.072" v="33" actId="20577"/>
          <ac:spMkLst>
            <pc:docMk/>
            <pc:sldMk cId="0" sldId="265"/>
            <ac:spMk id="2" creationId="{00000000-0000-0000-0000-000000000000}"/>
          </ac:spMkLst>
        </pc:spChg>
      </pc:sldChg>
      <pc:sldChg chg="modSp">
        <pc:chgData name="Meera Muthukrishnan" userId="S::meera@visionempowertrust.org::d828a7ba-2585-4325-b591-73aa0d8f5866" providerId="AD" clId="Web-{032E2D35-B354-39D3-999A-6B0765852270}" dt="2026-09-08T01:53:20.046" v="1" actId="20577"/>
        <pc:sldMkLst>
          <pc:docMk/>
          <pc:sldMk cId="2913635624" sldId="266"/>
        </pc:sldMkLst>
        <pc:spChg chg="mod">
          <ac:chgData name="Meera Muthukrishnan" userId="S::meera@visionempowertrust.org::d828a7ba-2585-4325-b591-73aa0d8f5866" providerId="AD" clId="Web-{032E2D35-B354-39D3-999A-6B0765852270}" dt="2026-09-08T01:53:20.046" v="1" actId="20577"/>
          <ac:spMkLst>
            <pc:docMk/>
            <pc:sldMk cId="2913635624" sldId="266"/>
            <ac:spMk id="3" creationId="{5A3C6E3F-4B9A-4B1D-75D5-3D3C6D80A88F}"/>
          </ac:spMkLst>
        </pc:spChg>
      </pc:sldChg>
      <pc:sldChg chg="modSp">
        <pc:chgData name="Meera Muthukrishnan" userId="S::meera@visionempowertrust.org::d828a7ba-2585-4325-b591-73aa0d8f5866" providerId="AD" clId="Web-{032E2D35-B354-39D3-999A-6B0765852270}" dt="2026-09-08T01:53:54.188" v="8" actId="20577"/>
        <pc:sldMkLst>
          <pc:docMk/>
          <pc:sldMk cId="270304045" sldId="297"/>
        </pc:sldMkLst>
        <pc:spChg chg="mod">
          <ac:chgData name="Meera Muthukrishnan" userId="S::meera@visionempowertrust.org::d828a7ba-2585-4325-b591-73aa0d8f5866" providerId="AD" clId="Web-{032E2D35-B354-39D3-999A-6B0765852270}" dt="2026-09-08T01:53:54.188" v="8" actId="20577"/>
          <ac:spMkLst>
            <pc:docMk/>
            <pc:sldMk cId="270304045" sldId="297"/>
            <ac:spMk id="3" creationId="{794D16B6-FBC4-DD7B-4C46-8AE029CE3031}"/>
          </ac:spMkLst>
        </pc:spChg>
      </pc:sldChg>
      <pc:sldChg chg="modSp del">
        <pc:chgData name="Meera Muthukrishnan" userId="S::meera@visionempowertrust.org::d828a7ba-2585-4325-b591-73aa0d8f5866" providerId="AD" clId="Web-{032E2D35-B354-39D3-999A-6B0765852270}" dt="2026-09-08T02:03:03.415" v="29"/>
        <pc:sldMkLst>
          <pc:docMk/>
          <pc:sldMk cId="264348139" sldId="298"/>
        </pc:sldMkLst>
        <pc:spChg chg="mod">
          <ac:chgData name="Meera Muthukrishnan" userId="S::meera@visionempowertrust.org::d828a7ba-2585-4325-b591-73aa0d8f5866" providerId="AD" clId="Web-{032E2D35-B354-39D3-999A-6B0765852270}" dt="2026-09-08T01:56:52.024" v="22" actId="20577"/>
          <ac:spMkLst>
            <pc:docMk/>
            <pc:sldMk cId="264348139" sldId="298"/>
            <ac:spMk id="10" creationId="{AE37162A-B151-821E-3359-B335E2918BEF}"/>
          </ac:spMkLst>
        </pc:spChg>
      </pc:sldChg>
      <pc:sldChg chg="del">
        <pc:chgData name="Meera Muthukrishnan" userId="S::meera@visionempowertrust.org::d828a7ba-2585-4325-b591-73aa0d8f5866" providerId="AD" clId="Web-{032E2D35-B354-39D3-999A-6B0765852270}" dt="2026-09-08T01:53:56.610" v="9"/>
        <pc:sldMkLst>
          <pc:docMk/>
          <pc:sldMk cId="1454522513" sldId="318"/>
        </pc:sldMkLst>
      </pc:sldChg>
      <pc:sldChg chg="modSp">
        <pc:chgData name="Meera Muthukrishnan" userId="S::meera@visionempowertrust.org::d828a7ba-2585-4325-b591-73aa0d8f5866" providerId="AD" clId="Web-{032E2D35-B354-39D3-999A-6B0765852270}" dt="2026-09-08T02:03:27.822" v="32" actId="20577"/>
        <pc:sldMkLst>
          <pc:docMk/>
          <pc:sldMk cId="1619393274" sldId="324"/>
        </pc:sldMkLst>
        <pc:spChg chg="mod">
          <ac:chgData name="Meera Muthukrishnan" userId="S::meera@visionempowertrust.org::d828a7ba-2585-4325-b591-73aa0d8f5866" providerId="AD" clId="Web-{032E2D35-B354-39D3-999A-6B0765852270}" dt="2026-09-08T02:03:27.822" v="32" actId="20577"/>
          <ac:spMkLst>
            <pc:docMk/>
            <pc:sldMk cId="1619393274" sldId="324"/>
            <ac:spMk id="2" creationId="{00000000-0000-0000-0000-000000000000}"/>
          </ac:spMkLst>
        </pc:spChg>
      </pc:sldChg>
      <pc:sldChg chg="modSp">
        <pc:chgData name="Meera Muthukrishnan" userId="S::meera@visionempowertrust.org::d828a7ba-2585-4325-b591-73aa0d8f5866" providerId="AD" clId="Web-{032E2D35-B354-39D3-999A-6B0765852270}" dt="2026-09-08T01:54:32.862" v="13" actId="20577"/>
        <pc:sldMkLst>
          <pc:docMk/>
          <pc:sldMk cId="907765373" sldId="330"/>
        </pc:sldMkLst>
        <pc:spChg chg="mod">
          <ac:chgData name="Meera Muthukrishnan" userId="S::meera@visionempowertrust.org::d828a7ba-2585-4325-b591-73aa0d8f5866" providerId="AD" clId="Web-{032E2D35-B354-39D3-999A-6B0765852270}" dt="2026-09-08T01:54:32.862" v="13" actId="20577"/>
          <ac:spMkLst>
            <pc:docMk/>
            <pc:sldMk cId="907765373" sldId="330"/>
            <ac:spMk id="2" creationId="{AD90B68A-F2F4-B81B-74E6-91C4D3BD866E}"/>
          </ac:spMkLst>
        </pc:spChg>
      </pc:sldChg>
      <pc:sldChg chg="add">
        <pc:chgData name="Meera Muthukrishnan" userId="S::meera@visionempowertrust.org::d828a7ba-2585-4325-b591-73aa0d8f5866" providerId="AD" clId="Web-{032E2D35-B354-39D3-999A-6B0765852270}" dt="2026-09-08T01:55:21.224" v="14"/>
        <pc:sldMkLst>
          <pc:docMk/>
          <pc:sldMk cId="2470203492" sldId="341"/>
        </pc:sldMkLst>
      </pc:sldChg>
      <pc:sldChg chg="modSp add del">
        <pc:chgData name="Meera Muthukrishnan" userId="S::meera@visionempowertrust.org::d828a7ba-2585-4325-b591-73aa0d8f5866" providerId="AD" clId="Web-{032E2D35-B354-39D3-999A-6B0765852270}" dt="2026-09-08T02:03:21.213" v="31"/>
        <pc:sldMkLst>
          <pc:docMk/>
          <pc:sldMk cId="672852837" sldId="342"/>
        </pc:sldMkLst>
        <pc:spChg chg="mod">
          <ac:chgData name="Meera Muthukrishnan" userId="S::meera@visionempowertrust.org::d828a7ba-2585-4325-b591-73aa0d8f5866" providerId="AD" clId="Web-{032E2D35-B354-39D3-999A-6B0765852270}" dt="2026-09-08T02:02:25.851" v="27" actId="20577"/>
          <ac:spMkLst>
            <pc:docMk/>
            <pc:sldMk cId="672852837" sldId="342"/>
            <ac:spMk id="2" creationId="{00000000-0000-0000-0000-000000000000}"/>
          </ac:spMkLst>
        </pc:spChg>
      </pc:sldChg>
      <pc:sldChg chg="add">
        <pc:chgData name="Meera Muthukrishnan" userId="S::meera@visionempowertrust.org::d828a7ba-2585-4325-b591-73aa0d8f5866" providerId="AD" clId="Web-{032E2D35-B354-39D3-999A-6B0765852270}" dt="2026-09-08T02:02:58.758" v="28"/>
        <pc:sldMkLst>
          <pc:docMk/>
          <pc:sldMk cId="3518695171" sldId="343"/>
        </pc:sldMkLst>
      </pc:sldChg>
      <pc:sldChg chg="add">
        <pc:chgData name="Meera Muthukrishnan" userId="S::meera@visionempowertrust.org::d828a7ba-2585-4325-b591-73aa0d8f5866" providerId="AD" clId="Web-{032E2D35-B354-39D3-999A-6B0765852270}" dt="2026-09-08T02:03:13.118" v="30"/>
        <pc:sldMkLst>
          <pc:docMk/>
          <pc:sldMk cId="913726037" sldId="344"/>
        </pc:sldMkLst>
      </pc:sldChg>
      <pc:sldChg chg="modSp new">
        <pc:chgData name="Meera Muthukrishnan" userId="S::meera@visionempowertrust.org::d828a7ba-2585-4325-b591-73aa0d8f5866" providerId="AD" clId="Web-{032E2D35-B354-39D3-999A-6B0765852270}" dt="2026-09-08T02:04:21.606" v="52" actId="20577"/>
        <pc:sldMkLst>
          <pc:docMk/>
          <pc:sldMk cId="2554373300" sldId="345"/>
        </pc:sldMkLst>
        <pc:spChg chg="mod">
          <ac:chgData name="Meera Muthukrishnan" userId="S::meera@visionempowertrust.org::d828a7ba-2585-4325-b591-73aa0d8f5866" providerId="AD" clId="Web-{032E2D35-B354-39D3-999A-6B0765852270}" dt="2026-09-08T02:04:04.277" v="46" actId="20577"/>
          <ac:spMkLst>
            <pc:docMk/>
            <pc:sldMk cId="2554373300" sldId="345"/>
            <ac:spMk id="2" creationId="{7D48EA3A-8D0F-4DB4-567D-2F891D74D9F5}"/>
          </ac:spMkLst>
        </pc:spChg>
        <pc:spChg chg="mod">
          <ac:chgData name="Meera Muthukrishnan" userId="S::meera@visionempowertrust.org::d828a7ba-2585-4325-b591-73aa0d8f5866" providerId="AD" clId="Web-{032E2D35-B354-39D3-999A-6B0765852270}" dt="2026-09-08T02:04:21.606" v="52" actId="20577"/>
          <ac:spMkLst>
            <pc:docMk/>
            <pc:sldMk cId="2554373300" sldId="345"/>
            <ac:spMk id="3" creationId="{DC33F640-2F09-9565-4D6E-6D054C39E70A}"/>
          </ac:spMkLst>
        </pc:spChg>
      </pc:sldChg>
      <pc:sldChg chg="new del">
        <pc:chgData name="Meera Muthukrishnan" userId="S::meera@visionempowertrust.org::d828a7ba-2585-4325-b591-73aa0d8f5866" providerId="AD" clId="Web-{032E2D35-B354-39D3-999A-6B0765852270}" dt="2026-09-08T02:04:42.997" v="59"/>
        <pc:sldMkLst>
          <pc:docMk/>
          <pc:sldMk cId="2502738985" sldId="346"/>
        </pc:sldMkLst>
      </pc:sldChg>
      <pc:sldChg chg="add">
        <pc:chgData name="Meera Muthukrishnan" userId="S::meera@visionempowertrust.org::d828a7ba-2585-4325-b591-73aa0d8f5866" providerId="AD" clId="Web-{032E2D35-B354-39D3-999A-6B0765852270}" dt="2026-09-08T02:04:39.778" v="54"/>
        <pc:sldMkLst>
          <pc:docMk/>
          <pc:sldMk cId="4080687406" sldId="348"/>
        </pc:sldMkLst>
      </pc:sldChg>
      <pc:sldChg chg="add">
        <pc:chgData name="Meera Muthukrishnan" userId="S::meera@visionempowertrust.org::d828a7ba-2585-4325-b591-73aa0d8f5866" providerId="AD" clId="Web-{032E2D35-B354-39D3-999A-6B0765852270}" dt="2026-09-08T02:04:39.888" v="57"/>
        <pc:sldMkLst>
          <pc:docMk/>
          <pc:sldMk cId="1956021823" sldId="350"/>
        </pc:sldMkLst>
      </pc:sldChg>
      <pc:sldChg chg="add">
        <pc:chgData name="Meera Muthukrishnan" userId="S::meera@visionempowertrust.org::d828a7ba-2585-4325-b591-73aa0d8f5866" providerId="AD" clId="Web-{032E2D35-B354-39D3-999A-6B0765852270}" dt="2026-09-08T02:04:39.810" v="55"/>
        <pc:sldMkLst>
          <pc:docMk/>
          <pc:sldMk cId="65173685" sldId="351"/>
        </pc:sldMkLst>
      </pc:sldChg>
      <pc:sldChg chg="add">
        <pc:chgData name="Meera Muthukrishnan" userId="S::meera@visionempowertrust.org::d828a7ba-2585-4325-b591-73aa0d8f5866" providerId="AD" clId="Web-{032E2D35-B354-39D3-999A-6B0765852270}" dt="2026-09-08T02:04:39.841" v="56"/>
        <pc:sldMkLst>
          <pc:docMk/>
          <pc:sldMk cId="2755870400" sldId="352"/>
        </pc:sldMkLst>
      </pc:sldChg>
      <pc:sldChg chg="add">
        <pc:chgData name="Meera Muthukrishnan" userId="S::meera@visionempowertrust.org::d828a7ba-2585-4325-b591-73aa0d8f5866" providerId="AD" clId="Web-{032E2D35-B354-39D3-999A-6B0765852270}" dt="2026-09-08T02:04:39.919" v="58"/>
        <pc:sldMkLst>
          <pc:docMk/>
          <pc:sldMk cId="2341856228" sldId="353"/>
        </pc:sldMkLst>
      </pc:sldChg>
    </pc:docChg>
  </pc:docChgLst>
  <pc:docChgLst>
    <pc:chgData name="Milan Shit" userId="S::milan@visionempowertrust.org::0b80de16-7d33-4066-9171-25369b9da715" providerId="AD" clId="Web-{91BBB4C7-9708-2925-8DFD-8442FCF5F9E1}"/>
    <pc:docChg chg="sldOrd">
      <pc:chgData name="Milan Shit" userId="S::milan@visionempowertrust.org::0b80de16-7d33-4066-9171-25369b9da715" providerId="AD" clId="Web-{91BBB4C7-9708-2925-8DFD-8442FCF5F9E1}" dt="2026-09-08T09:37:29.539" v="1"/>
      <pc:docMkLst>
        <pc:docMk/>
      </pc:docMkLst>
      <pc:sldChg chg="ord">
        <pc:chgData name="Milan Shit" userId="S::milan@visionempowertrust.org::0b80de16-7d33-4066-9171-25369b9da715" providerId="AD" clId="Web-{91BBB4C7-9708-2925-8DFD-8442FCF5F9E1}" dt="2026-09-08T09:37:29.539" v="1"/>
        <pc:sldMkLst>
          <pc:docMk/>
          <pc:sldMk cId="2500525408" sldId="261"/>
        </pc:sldMkLst>
      </pc:sldChg>
      <pc:sldChg chg="ord">
        <pc:chgData name="Milan Shit" userId="S::milan@visionempowertrust.org::0b80de16-7d33-4066-9171-25369b9da715" providerId="AD" clId="Web-{91BBB4C7-9708-2925-8DFD-8442FCF5F9E1}" dt="2026-09-08T09:37:06.586" v="0"/>
        <pc:sldMkLst>
          <pc:docMk/>
          <pc:sldMk cId="248961299" sldId="262"/>
        </pc:sldMkLst>
      </pc:sldChg>
    </pc:docChg>
  </pc:docChgLst>
  <pc:docChgLst>
    <pc:chgData name="Yuvaraj PK" userId="S::yuvaraj@visionempowertrust.org::ee70df89-fbc9-4364-93c2-901918c82222" providerId="AD" clId="Web-{2CB6BA51-8389-18B9-C4FE-25681CA19145}"/>
    <pc:docChg chg="addSld modSld">
      <pc:chgData name="Yuvaraj PK" userId="S::yuvaraj@visionempowertrust.org::ee70df89-fbc9-4364-93c2-901918c82222" providerId="AD" clId="Web-{2CB6BA51-8389-18B9-C4FE-25681CA19145}" dt="2026-08-28T09:17:07.647" v="270" actId="20577"/>
      <pc:docMkLst>
        <pc:docMk/>
      </pc:docMkLst>
      <pc:sldChg chg="modSp">
        <pc:chgData name="Yuvaraj PK" userId="S::yuvaraj@visionempowertrust.org::ee70df89-fbc9-4364-93c2-901918c82222" providerId="AD" clId="Web-{2CB6BA51-8389-18B9-C4FE-25681CA19145}" dt="2026-08-28T08:36:41.584" v="242" actId="20577"/>
        <pc:sldMkLst>
          <pc:docMk/>
          <pc:sldMk cId="0" sldId="265"/>
        </pc:sldMkLst>
        <pc:spChg chg="mod">
          <ac:chgData name="Yuvaraj PK" userId="S::yuvaraj@visionempowertrust.org::ee70df89-fbc9-4364-93c2-901918c82222" providerId="AD" clId="Web-{2CB6BA51-8389-18B9-C4FE-25681CA19145}" dt="2026-08-28T08:28:35.797" v="137" actId="20577"/>
          <ac:spMkLst>
            <pc:docMk/>
            <pc:sldMk cId="0" sldId="265"/>
            <ac:spMk id="2" creationId="{00000000-0000-0000-0000-000000000000}"/>
          </ac:spMkLst>
        </pc:spChg>
        <pc:spChg chg="mod">
          <ac:chgData name="Yuvaraj PK" userId="S::yuvaraj@visionempowertrust.org::ee70df89-fbc9-4364-93c2-901918c82222" providerId="AD" clId="Web-{2CB6BA51-8389-18B9-C4FE-25681CA19145}" dt="2026-08-28T08:36:41.584" v="242" actId="20577"/>
          <ac:spMkLst>
            <pc:docMk/>
            <pc:sldMk cId="0" sldId="265"/>
            <ac:spMk id="3" creationId="{00000000-0000-0000-0000-000000000000}"/>
          </ac:spMkLst>
        </pc:spChg>
      </pc:sldChg>
      <pc:sldChg chg="modSp">
        <pc:chgData name="Yuvaraj PK" userId="S::yuvaraj@visionempowertrust.org::ee70df89-fbc9-4364-93c2-901918c82222" providerId="AD" clId="Web-{2CB6BA51-8389-18B9-C4FE-25681CA19145}" dt="2026-08-28T08:33:37.879" v="184" actId="20577"/>
        <pc:sldMkLst>
          <pc:docMk/>
          <pc:sldMk cId="698394219" sldId="290"/>
        </pc:sldMkLst>
        <pc:spChg chg="mod">
          <ac:chgData name="Yuvaraj PK" userId="S::yuvaraj@visionempowertrust.org::ee70df89-fbc9-4364-93c2-901918c82222" providerId="AD" clId="Web-{2CB6BA51-8389-18B9-C4FE-25681CA19145}" dt="2026-08-28T08:33:37.879" v="184" actId="20577"/>
          <ac:spMkLst>
            <pc:docMk/>
            <pc:sldMk cId="698394219" sldId="290"/>
            <ac:spMk id="2" creationId="{CD6D887D-4C29-6546-B219-115367A47C14}"/>
          </ac:spMkLst>
        </pc:spChg>
      </pc:sldChg>
      <pc:sldChg chg="modSp">
        <pc:chgData name="Yuvaraj PK" userId="S::yuvaraj@visionempowertrust.org::ee70df89-fbc9-4364-93c2-901918c82222" providerId="AD" clId="Web-{2CB6BA51-8389-18B9-C4FE-25681CA19145}" dt="2026-08-28T08:30:40.408" v="146" actId="20577"/>
        <pc:sldMkLst>
          <pc:docMk/>
          <pc:sldMk cId="1619393274" sldId="324"/>
        </pc:sldMkLst>
        <pc:spChg chg="mod">
          <ac:chgData name="Yuvaraj PK" userId="S::yuvaraj@visionempowertrust.org::ee70df89-fbc9-4364-93c2-901918c82222" providerId="AD" clId="Web-{2CB6BA51-8389-18B9-C4FE-25681CA19145}" dt="2026-08-28T08:11:07.332" v="54" actId="1076"/>
          <ac:spMkLst>
            <pc:docMk/>
            <pc:sldMk cId="1619393274" sldId="324"/>
            <ac:spMk id="2" creationId="{00000000-0000-0000-0000-000000000000}"/>
          </ac:spMkLst>
        </pc:spChg>
        <pc:spChg chg="mod">
          <ac:chgData name="Yuvaraj PK" userId="S::yuvaraj@visionempowertrust.org::ee70df89-fbc9-4364-93c2-901918c82222" providerId="AD" clId="Web-{2CB6BA51-8389-18B9-C4FE-25681CA19145}" dt="2026-08-28T08:30:40.408" v="146" actId="20577"/>
          <ac:spMkLst>
            <pc:docMk/>
            <pc:sldMk cId="1619393274" sldId="324"/>
            <ac:spMk id="3" creationId="{00000000-0000-0000-0000-000000000000}"/>
          </ac:spMkLst>
        </pc:spChg>
      </pc:sldChg>
      <pc:sldChg chg="delSp modSp">
        <pc:chgData name="Yuvaraj PK" userId="S::yuvaraj@visionempowertrust.org::ee70df89-fbc9-4364-93c2-901918c82222" providerId="AD" clId="Web-{2CB6BA51-8389-18B9-C4FE-25681CA19145}" dt="2026-08-28T08:29:54.079" v="143" actId="1076"/>
        <pc:sldMkLst>
          <pc:docMk/>
          <pc:sldMk cId="300548146" sldId="326"/>
        </pc:sldMkLst>
        <pc:spChg chg="mod">
          <ac:chgData name="Yuvaraj PK" userId="S::yuvaraj@visionempowertrust.org::ee70df89-fbc9-4364-93c2-901918c82222" providerId="AD" clId="Web-{2CB6BA51-8389-18B9-C4FE-25681CA19145}" dt="2026-08-28T08:29:54.079" v="143" actId="1076"/>
          <ac:spMkLst>
            <pc:docMk/>
            <pc:sldMk cId="300548146" sldId="326"/>
            <ac:spMk id="2" creationId="{47047138-40FD-86D6-01C3-7584F66DF86C}"/>
          </ac:spMkLst>
        </pc:spChg>
      </pc:sldChg>
      <pc:sldChg chg="delSp modSp">
        <pc:chgData name="Yuvaraj PK" userId="S::yuvaraj@visionempowertrust.org::ee70df89-fbc9-4364-93c2-901918c82222" providerId="AD" clId="Web-{2CB6BA51-8389-18B9-C4FE-25681CA19145}" dt="2026-08-28T08:45:20.731" v="263" actId="1076"/>
        <pc:sldMkLst>
          <pc:docMk/>
          <pc:sldMk cId="2287578393" sldId="327"/>
        </pc:sldMkLst>
        <pc:spChg chg="mod">
          <ac:chgData name="Yuvaraj PK" userId="S::yuvaraj@visionempowertrust.org::ee70df89-fbc9-4364-93c2-901918c82222" providerId="AD" clId="Web-{2CB6BA51-8389-18B9-C4FE-25681CA19145}" dt="2026-08-28T08:45:20.731" v="263" actId="1076"/>
          <ac:spMkLst>
            <pc:docMk/>
            <pc:sldMk cId="2287578393" sldId="327"/>
            <ac:spMk id="2" creationId="{DE9F2C89-0AFA-487C-752A-7E3BE93FA343}"/>
          </ac:spMkLst>
        </pc:spChg>
      </pc:sldChg>
      <pc:sldChg chg="modSp">
        <pc:chgData name="Yuvaraj PK" userId="S::yuvaraj@visionempowertrust.org::ee70df89-fbc9-4364-93c2-901918c82222" providerId="AD" clId="Web-{2CB6BA51-8389-18B9-C4FE-25681CA19145}" dt="2026-08-28T09:17:07.647" v="270" actId="20577"/>
        <pc:sldMkLst>
          <pc:docMk/>
          <pc:sldMk cId="1694695360" sldId="328"/>
        </pc:sldMkLst>
        <pc:spChg chg="mod">
          <ac:chgData name="Yuvaraj PK" userId="S::yuvaraj@visionempowertrust.org::ee70df89-fbc9-4364-93c2-901918c82222" providerId="AD" clId="Web-{2CB6BA51-8389-18B9-C4FE-25681CA19145}" dt="2026-08-28T09:17:07.647" v="270" actId="20577"/>
          <ac:spMkLst>
            <pc:docMk/>
            <pc:sldMk cId="1694695360" sldId="328"/>
            <ac:spMk id="3" creationId="{2652872F-EAF9-3B05-1486-D5A2C706C75B}"/>
          </ac:spMkLst>
        </pc:spChg>
      </pc:sldChg>
      <pc:sldChg chg="delSp modSp new">
        <pc:chgData name="Yuvaraj PK" userId="S::yuvaraj@visionempowertrust.org::ee70df89-fbc9-4364-93c2-901918c82222" providerId="AD" clId="Web-{2CB6BA51-8389-18B9-C4FE-25681CA19145}" dt="2026-08-28T08:26:53.296" v="131" actId="20577"/>
        <pc:sldMkLst>
          <pc:docMk/>
          <pc:sldMk cId="759961348" sldId="329"/>
        </pc:sldMkLst>
        <pc:spChg chg="mod">
          <ac:chgData name="Yuvaraj PK" userId="S::yuvaraj@visionempowertrust.org::ee70df89-fbc9-4364-93c2-901918c82222" providerId="AD" clId="Web-{2CB6BA51-8389-18B9-C4FE-25681CA19145}" dt="2026-08-28T08:26:53.296" v="131" actId="20577"/>
          <ac:spMkLst>
            <pc:docMk/>
            <pc:sldMk cId="759961348" sldId="329"/>
            <ac:spMk id="3" creationId="{D0AE473A-E2E2-7BA3-FE20-9CC0616725F2}"/>
          </ac:spMkLst>
        </pc:spChg>
      </pc:sldChg>
    </pc:docChg>
  </pc:docChgLst>
  <pc:docChgLst>
    <pc:chgData name="Meera Muthukrishnan" userId="S::meera@visionempowertrust.org::d828a7ba-2585-4325-b591-73aa0d8f5866" providerId="AD" clId="Web-{57FD1E3D-8461-6331-77F9-3FFC3453A36A}"/>
    <pc:docChg chg="modSld">
      <pc:chgData name="Meera Muthukrishnan" userId="S::meera@visionempowertrust.org::d828a7ba-2585-4325-b591-73aa0d8f5866" providerId="AD" clId="Web-{57FD1E3D-8461-6331-77F9-3FFC3453A36A}" dt="2026-08-31T05:44:14.374" v="1" actId="20577"/>
      <pc:docMkLst>
        <pc:docMk/>
      </pc:docMkLst>
      <pc:sldChg chg="modSp">
        <pc:chgData name="Meera Muthukrishnan" userId="S::meera@visionempowertrust.org::d828a7ba-2585-4325-b591-73aa0d8f5866" providerId="AD" clId="Web-{57FD1E3D-8461-6331-77F9-3FFC3453A36A}" dt="2026-08-31T05:44:14.374" v="1" actId="20577"/>
        <pc:sldMkLst>
          <pc:docMk/>
          <pc:sldMk cId="1694695360" sldId="328"/>
        </pc:sldMkLst>
        <pc:spChg chg="mod">
          <ac:chgData name="Meera Muthukrishnan" userId="S::meera@visionempowertrust.org::d828a7ba-2585-4325-b591-73aa0d8f5866" providerId="AD" clId="Web-{57FD1E3D-8461-6331-77F9-3FFC3453A36A}" dt="2026-08-31T05:44:14.374" v="1" actId="20577"/>
          <ac:spMkLst>
            <pc:docMk/>
            <pc:sldMk cId="1694695360" sldId="328"/>
            <ac:spMk id="3" creationId="{2652872F-EAF9-3B05-1486-D5A2C706C75B}"/>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5FE957-5B56-4740-AD7D-7791C87FF48F}" type="doc">
      <dgm:prSet loTypeId="urn:microsoft.com/office/officeart/2005/8/layout/hProcess9" loCatId="process" qsTypeId="urn:microsoft.com/office/officeart/2005/8/quickstyle/simple1#1" qsCatId="simple" csTypeId="urn:microsoft.com/office/officeart/2005/8/colors/accent1_2#1" csCatId="accent1" phldr="1"/>
      <dgm:spPr/>
    </dgm:pt>
    <dgm:pt modelId="{9406A6ED-1602-4665-8598-ABCA4989AD16}">
      <dgm:prSet custT="1"/>
      <dgm:spPr/>
      <dgm:t>
        <a:bodyPr/>
        <a:lstStyle/>
        <a:p>
          <a:pPr>
            <a:buNone/>
          </a:pPr>
          <a:r>
            <a:rPr lang="en-US" sz="1400" b="1"/>
            <a:t>1. Input</a:t>
          </a:r>
          <a:endParaRPr lang="en-US" sz="1400"/>
        </a:p>
      </dgm:t>
      <dgm:extLst>
        <a:ext uri="{E40237B7-FDA0-4F09-8148-C483321AD2D9}">
          <dgm14:cNvPr xmlns:dgm14="http://schemas.microsoft.com/office/drawing/2010/diagram" id="0" name="" descr="1. Input&#10; Photos &#10; Text &#10; Numbers &#10;2. Train&#10; Algorithm finds patterns &#10;3. Predict&#10; New Data → Decision &#10;"/>
        </a:ext>
      </dgm:extLst>
    </dgm:pt>
    <dgm:pt modelId="{0820EACD-387C-4FAC-BBF1-8AD2D8452AED}" type="parTrans" cxnId="{9193DA54-B864-4862-9D7F-5BD27600A9AC}">
      <dgm:prSet/>
      <dgm:spPr/>
      <dgm:t>
        <a:bodyPr/>
        <a:lstStyle/>
        <a:p>
          <a:endParaRPr lang="en-US"/>
        </a:p>
      </dgm:t>
    </dgm:pt>
    <dgm:pt modelId="{9BACE52A-86BB-4817-AC53-5CE121F40B4A}" type="sibTrans" cxnId="{9193DA54-B864-4862-9D7F-5BD27600A9AC}">
      <dgm:prSet/>
      <dgm:spPr/>
      <dgm:t>
        <a:bodyPr/>
        <a:lstStyle/>
        <a:p>
          <a:endParaRPr lang="en-US"/>
        </a:p>
      </dgm:t>
    </dgm:pt>
    <dgm:pt modelId="{E45BD0D2-25DE-4923-AF69-11F073C7E55E}">
      <dgm:prSet custT="1"/>
      <dgm:spPr/>
      <dgm:t>
        <a:bodyPr/>
        <a:lstStyle/>
        <a:p>
          <a:pPr>
            <a:buFont typeface="Arial" panose="020B0604020202020204" pitchFamily="34" charset="0"/>
            <a:buChar char="•"/>
          </a:pPr>
          <a:r>
            <a:rPr lang="en-US" sz="1000"/>
            <a:t>Photos </a:t>
          </a:r>
        </a:p>
      </dgm:t>
    </dgm:pt>
    <dgm:pt modelId="{90E132C9-765C-43A1-883D-E21E6552371B}" type="parTrans" cxnId="{4332BB60-4AE8-4A0C-BDC1-D232BA11D919}">
      <dgm:prSet/>
      <dgm:spPr/>
      <dgm:t>
        <a:bodyPr/>
        <a:lstStyle/>
        <a:p>
          <a:endParaRPr lang="en-US"/>
        </a:p>
      </dgm:t>
    </dgm:pt>
    <dgm:pt modelId="{20BA9044-8D44-4BC1-B86A-E0D2C4585CD1}" type="sibTrans" cxnId="{4332BB60-4AE8-4A0C-BDC1-D232BA11D919}">
      <dgm:prSet/>
      <dgm:spPr/>
      <dgm:t>
        <a:bodyPr/>
        <a:lstStyle/>
        <a:p>
          <a:endParaRPr lang="en-US"/>
        </a:p>
      </dgm:t>
    </dgm:pt>
    <dgm:pt modelId="{2DEE2941-12A3-462E-99E1-A7F910637013}">
      <dgm:prSet custT="1"/>
      <dgm:spPr/>
      <dgm:t>
        <a:bodyPr/>
        <a:lstStyle/>
        <a:p>
          <a:pPr>
            <a:buFont typeface="Arial" panose="020B0604020202020204" pitchFamily="34" charset="0"/>
            <a:buChar char="•"/>
          </a:pPr>
          <a:r>
            <a:rPr lang="en-US" sz="1000"/>
            <a:t>Text </a:t>
          </a:r>
        </a:p>
      </dgm:t>
    </dgm:pt>
    <dgm:pt modelId="{EDCBC872-1271-40A7-8087-5457687855E1}" type="parTrans" cxnId="{AD716D92-8056-4ED9-BA43-2423F3929CB0}">
      <dgm:prSet/>
      <dgm:spPr/>
      <dgm:t>
        <a:bodyPr/>
        <a:lstStyle/>
        <a:p>
          <a:endParaRPr lang="en-US"/>
        </a:p>
      </dgm:t>
    </dgm:pt>
    <dgm:pt modelId="{090481D0-955F-4AAC-85ED-639ACD75C1CB}" type="sibTrans" cxnId="{AD716D92-8056-4ED9-BA43-2423F3929CB0}">
      <dgm:prSet/>
      <dgm:spPr/>
      <dgm:t>
        <a:bodyPr/>
        <a:lstStyle/>
        <a:p>
          <a:endParaRPr lang="en-US"/>
        </a:p>
      </dgm:t>
    </dgm:pt>
    <dgm:pt modelId="{B5984EDB-509B-400F-AA4B-DC25AD9615E3}">
      <dgm:prSet custT="1"/>
      <dgm:spPr/>
      <dgm:t>
        <a:bodyPr/>
        <a:lstStyle/>
        <a:p>
          <a:pPr>
            <a:buFont typeface="Arial" panose="020B0604020202020204" pitchFamily="34" charset="0"/>
            <a:buChar char="•"/>
          </a:pPr>
          <a:r>
            <a:rPr lang="en-US" sz="1000"/>
            <a:t>Numbers </a:t>
          </a:r>
        </a:p>
      </dgm:t>
    </dgm:pt>
    <dgm:pt modelId="{2DFBBD7C-105C-46E1-9B56-FDFC5ECF7F9C}" type="parTrans" cxnId="{27FDCFE3-5F95-4B56-8955-A442E3FF40D9}">
      <dgm:prSet/>
      <dgm:spPr/>
      <dgm:t>
        <a:bodyPr/>
        <a:lstStyle/>
        <a:p>
          <a:endParaRPr lang="en-US"/>
        </a:p>
      </dgm:t>
    </dgm:pt>
    <dgm:pt modelId="{A26E1262-1F83-430D-8207-B0E637FC98CE}" type="sibTrans" cxnId="{27FDCFE3-5F95-4B56-8955-A442E3FF40D9}">
      <dgm:prSet/>
      <dgm:spPr/>
      <dgm:t>
        <a:bodyPr/>
        <a:lstStyle/>
        <a:p>
          <a:endParaRPr lang="en-US"/>
        </a:p>
      </dgm:t>
    </dgm:pt>
    <dgm:pt modelId="{3811DEB8-E0CB-4814-9B7D-D7AF15A6FF72}">
      <dgm:prSet custT="1"/>
      <dgm:spPr/>
      <dgm:t>
        <a:bodyPr/>
        <a:lstStyle/>
        <a:p>
          <a:pPr>
            <a:buNone/>
          </a:pPr>
          <a:r>
            <a:rPr lang="en-US" sz="1400" b="1"/>
            <a:t>2. Train</a:t>
          </a:r>
          <a:endParaRPr lang="en-US" sz="1400"/>
        </a:p>
      </dgm:t>
      <dgm:extLst>
        <a:ext uri="{E40237B7-FDA0-4F09-8148-C483321AD2D9}">
          <dgm14:cNvPr xmlns:dgm14="http://schemas.microsoft.com/office/drawing/2010/diagram" id="0" name="" descr="1. Input&#10; Photos &#10; Text &#10; Numbers &#10;2. Train&#10; Algorithm finds patterns &#10;3. Predict&#10; New Data → Decision &#10;"/>
        </a:ext>
      </dgm:extLst>
    </dgm:pt>
    <dgm:pt modelId="{552259F2-2A62-4FC5-9DA7-40FF54613F9E}" type="parTrans" cxnId="{1DE19AB0-35A3-4CCD-B1C2-BDD731E88417}">
      <dgm:prSet/>
      <dgm:spPr/>
      <dgm:t>
        <a:bodyPr/>
        <a:lstStyle/>
        <a:p>
          <a:endParaRPr lang="en-US"/>
        </a:p>
      </dgm:t>
    </dgm:pt>
    <dgm:pt modelId="{C74440EA-F93C-447A-B20B-87ED021756F7}" type="sibTrans" cxnId="{1DE19AB0-35A3-4CCD-B1C2-BDD731E88417}">
      <dgm:prSet/>
      <dgm:spPr/>
      <dgm:t>
        <a:bodyPr/>
        <a:lstStyle/>
        <a:p>
          <a:endParaRPr lang="en-US"/>
        </a:p>
      </dgm:t>
    </dgm:pt>
    <dgm:pt modelId="{ED40D5E7-8519-4D15-936A-D3B269965E8C}">
      <dgm:prSet custT="1"/>
      <dgm:spPr/>
      <dgm:t>
        <a:bodyPr/>
        <a:lstStyle/>
        <a:p>
          <a:pPr>
            <a:buFont typeface="Arial" panose="020B0604020202020204" pitchFamily="34" charset="0"/>
            <a:buChar char="•"/>
          </a:pPr>
          <a:r>
            <a:rPr lang="en-US" sz="1000"/>
            <a:t>Algorithm finds patterns </a:t>
          </a:r>
        </a:p>
      </dgm:t>
    </dgm:pt>
    <dgm:pt modelId="{BCE71597-6D4B-4EEA-92B0-D7259661C07F}" type="parTrans" cxnId="{FA50CDEC-4AE6-4865-9046-47F28A966DF2}">
      <dgm:prSet/>
      <dgm:spPr/>
      <dgm:t>
        <a:bodyPr/>
        <a:lstStyle/>
        <a:p>
          <a:endParaRPr lang="en-US"/>
        </a:p>
      </dgm:t>
    </dgm:pt>
    <dgm:pt modelId="{DFB66FA5-8F14-4819-99C2-0E9221CC5BB6}" type="sibTrans" cxnId="{FA50CDEC-4AE6-4865-9046-47F28A966DF2}">
      <dgm:prSet/>
      <dgm:spPr/>
      <dgm:t>
        <a:bodyPr/>
        <a:lstStyle/>
        <a:p>
          <a:endParaRPr lang="en-US"/>
        </a:p>
      </dgm:t>
    </dgm:pt>
    <dgm:pt modelId="{184A4145-51F0-483E-9311-A831C4C33630}">
      <dgm:prSet custT="1"/>
      <dgm:spPr/>
      <dgm:t>
        <a:bodyPr/>
        <a:lstStyle/>
        <a:p>
          <a:pPr>
            <a:buNone/>
          </a:pPr>
          <a:r>
            <a:rPr lang="en-US" sz="1400" b="1"/>
            <a:t>3. Predict</a:t>
          </a:r>
          <a:endParaRPr lang="en-US" sz="1400"/>
        </a:p>
      </dgm:t>
      <dgm:extLst>
        <a:ext uri="{E40237B7-FDA0-4F09-8148-C483321AD2D9}">
          <dgm14:cNvPr xmlns:dgm14="http://schemas.microsoft.com/office/drawing/2010/diagram" id="0" name="" descr="1. Input&#10; Photos &#10; Text &#10; Numbers &#10;2. Train&#10; Algorithm finds patterns &#10;3. Predict&#10; New Data → Decision &#10;"/>
        </a:ext>
      </dgm:extLst>
    </dgm:pt>
    <dgm:pt modelId="{C99A1193-CAF4-48AE-A933-170C15E6AD03}" type="parTrans" cxnId="{8316B0B9-FA44-4CC2-BB5F-D2D020E6E623}">
      <dgm:prSet/>
      <dgm:spPr/>
      <dgm:t>
        <a:bodyPr/>
        <a:lstStyle/>
        <a:p>
          <a:endParaRPr lang="en-US"/>
        </a:p>
      </dgm:t>
    </dgm:pt>
    <dgm:pt modelId="{E9213695-7304-4B43-85AF-CAAC73EB0B80}" type="sibTrans" cxnId="{8316B0B9-FA44-4CC2-BB5F-D2D020E6E623}">
      <dgm:prSet/>
      <dgm:spPr/>
      <dgm:t>
        <a:bodyPr/>
        <a:lstStyle/>
        <a:p>
          <a:endParaRPr lang="en-US"/>
        </a:p>
      </dgm:t>
    </dgm:pt>
    <dgm:pt modelId="{D7A75291-CA31-4168-A4A3-C3F8B7516370}">
      <dgm:prSet custT="1"/>
      <dgm:spPr/>
      <dgm:t>
        <a:bodyPr/>
        <a:lstStyle/>
        <a:p>
          <a:pPr>
            <a:buFont typeface="Arial" panose="020B0604020202020204" pitchFamily="34" charset="0"/>
            <a:buChar char="•"/>
          </a:pPr>
          <a:r>
            <a:rPr lang="en-US" sz="1000"/>
            <a:t>New Data → Decision </a:t>
          </a:r>
        </a:p>
      </dgm:t>
    </dgm:pt>
    <dgm:pt modelId="{7687B92F-9B3C-4B1B-9248-2EC4EE1467C2}" type="parTrans" cxnId="{A7FB3F40-9BF5-475B-92BE-8364430C3604}">
      <dgm:prSet/>
      <dgm:spPr/>
      <dgm:t>
        <a:bodyPr/>
        <a:lstStyle/>
        <a:p>
          <a:endParaRPr lang="en-US"/>
        </a:p>
      </dgm:t>
    </dgm:pt>
    <dgm:pt modelId="{08281713-22C6-48D3-8BD7-9B8F5CF09DF5}" type="sibTrans" cxnId="{A7FB3F40-9BF5-475B-92BE-8364430C3604}">
      <dgm:prSet/>
      <dgm:spPr/>
      <dgm:t>
        <a:bodyPr/>
        <a:lstStyle/>
        <a:p>
          <a:endParaRPr lang="en-US"/>
        </a:p>
      </dgm:t>
    </dgm:pt>
    <dgm:pt modelId="{2CC5404C-D7B9-4E35-8333-2515FAE2FB93}" type="pres">
      <dgm:prSet presAssocID="{455FE957-5B56-4740-AD7D-7791C87FF48F}" presName="CompostProcess" presStyleCnt="0">
        <dgm:presLayoutVars>
          <dgm:dir/>
          <dgm:resizeHandles val="exact"/>
        </dgm:presLayoutVars>
      </dgm:prSet>
      <dgm:spPr/>
    </dgm:pt>
    <dgm:pt modelId="{BFF41791-8F79-42FC-B7F6-A1D6ACF72483}" type="pres">
      <dgm:prSet presAssocID="{455FE957-5B56-4740-AD7D-7791C87FF48F}" presName="arrow" presStyleLbl="bgShp" presStyleIdx="0" presStyleCnt="1" custLinFactY="82149" custLinFactNeighborX="19771" custLinFactNeighborY="100000"/>
      <dgm:spPr/>
    </dgm:pt>
    <dgm:pt modelId="{BDD93E1B-5031-4E8E-9D03-78A55F378854}" type="pres">
      <dgm:prSet presAssocID="{455FE957-5B56-4740-AD7D-7791C87FF48F}" presName="linearProcess" presStyleCnt="0"/>
      <dgm:spPr/>
    </dgm:pt>
    <dgm:pt modelId="{7E57F88C-7417-4857-A7ED-496D07CD6A25}" type="pres">
      <dgm:prSet presAssocID="{9406A6ED-1602-4665-8598-ABCA4989AD16}" presName="textNode" presStyleLbl="node1" presStyleIdx="0" presStyleCnt="3">
        <dgm:presLayoutVars>
          <dgm:bulletEnabled val="1"/>
        </dgm:presLayoutVars>
      </dgm:prSet>
      <dgm:spPr/>
    </dgm:pt>
    <dgm:pt modelId="{02E2C9D6-9477-4BF5-851B-6D751D055D77}" type="pres">
      <dgm:prSet presAssocID="{9BACE52A-86BB-4817-AC53-5CE121F40B4A}" presName="sibTrans" presStyleCnt="0"/>
      <dgm:spPr/>
    </dgm:pt>
    <dgm:pt modelId="{EDE07701-8EA9-4197-9FAC-51CD5BD79368}" type="pres">
      <dgm:prSet presAssocID="{3811DEB8-E0CB-4814-9B7D-D7AF15A6FF72}" presName="textNode" presStyleLbl="node1" presStyleIdx="1" presStyleCnt="3">
        <dgm:presLayoutVars>
          <dgm:bulletEnabled val="1"/>
        </dgm:presLayoutVars>
      </dgm:prSet>
      <dgm:spPr/>
    </dgm:pt>
    <dgm:pt modelId="{213A4BFF-26A5-43FF-9E14-5A4B2FFC2FD5}" type="pres">
      <dgm:prSet presAssocID="{C74440EA-F93C-447A-B20B-87ED021756F7}" presName="sibTrans" presStyleCnt="0"/>
      <dgm:spPr/>
    </dgm:pt>
    <dgm:pt modelId="{F7BE77AF-0E0D-48B0-BF13-900D28490B01}" type="pres">
      <dgm:prSet presAssocID="{184A4145-51F0-483E-9311-A831C4C33630}" presName="textNode" presStyleLbl="node1" presStyleIdx="2" presStyleCnt="3">
        <dgm:presLayoutVars>
          <dgm:bulletEnabled val="1"/>
        </dgm:presLayoutVars>
      </dgm:prSet>
      <dgm:spPr/>
    </dgm:pt>
  </dgm:ptLst>
  <dgm:cxnLst>
    <dgm:cxn modelId="{D4149B1A-F660-482A-B6FE-C239EFB9ADBB}" type="presOf" srcId="{B5984EDB-509B-400F-AA4B-DC25AD9615E3}" destId="{7E57F88C-7417-4857-A7ED-496D07CD6A25}" srcOrd="0" destOrd="3" presId="urn:microsoft.com/office/officeart/2005/8/layout/hProcess9"/>
    <dgm:cxn modelId="{D667D51B-8B63-4145-BE66-2A4ADBCA1F47}" type="presOf" srcId="{E45BD0D2-25DE-4923-AF69-11F073C7E55E}" destId="{7E57F88C-7417-4857-A7ED-496D07CD6A25}" srcOrd="0" destOrd="1" presId="urn:microsoft.com/office/officeart/2005/8/layout/hProcess9"/>
    <dgm:cxn modelId="{09DB851E-E8B4-4A05-BAE5-E903280E1A1F}" type="presOf" srcId="{ED40D5E7-8519-4D15-936A-D3B269965E8C}" destId="{EDE07701-8EA9-4197-9FAC-51CD5BD79368}" srcOrd="0" destOrd="1" presId="urn:microsoft.com/office/officeart/2005/8/layout/hProcess9"/>
    <dgm:cxn modelId="{6308763C-B384-4AE8-8601-04EA42E6558B}" type="presOf" srcId="{455FE957-5B56-4740-AD7D-7791C87FF48F}" destId="{2CC5404C-D7B9-4E35-8333-2515FAE2FB93}" srcOrd="0" destOrd="0" presId="urn:microsoft.com/office/officeart/2005/8/layout/hProcess9"/>
    <dgm:cxn modelId="{A7FB3F40-9BF5-475B-92BE-8364430C3604}" srcId="{184A4145-51F0-483E-9311-A831C4C33630}" destId="{D7A75291-CA31-4168-A4A3-C3F8B7516370}" srcOrd="0" destOrd="0" parTransId="{7687B92F-9B3C-4B1B-9248-2EC4EE1467C2}" sibTransId="{08281713-22C6-48D3-8BD7-9B8F5CF09DF5}"/>
    <dgm:cxn modelId="{A961745C-315A-44E4-B0D9-140145E8D09F}" type="presOf" srcId="{9406A6ED-1602-4665-8598-ABCA4989AD16}" destId="{7E57F88C-7417-4857-A7ED-496D07CD6A25}" srcOrd="0" destOrd="0" presId="urn:microsoft.com/office/officeart/2005/8/layout/hProcess9"/>
    <dgm:cxn modelId="{4332BB60-4AE8-4A0C-BDC1-D232BA11D919}" srcId="{9406A6ED-1602-4665-8598-ABCA4989AD16}" destId="{E45BD0D2-25DE-4923-AF69-11F073C7E55E}" srcOrd="0" destOrd="0" parTransId="{90E132C9-765C-43A1-883D-E21E6552371B}" sibTransId="{20BA9044-8D44-4BC1-B86A-E0D2C4585CD1}"/>
    <dgm:cxn modelId="{9193DA54-B864-4862-9D7F-5BD27600A9AC}" srcId="{455FE957-5B56-4740-AD7D-7791C87FF48F}" destId="{9406A6ED-1602-4665-8598-ABCA4989AD16}" srcOrd="0" destOrd="0" parTransId="{0820EACD-387C-4FAC-BBF1-8AD2D8452AED}" sibTransId="{9BACE52A-86BB-4817-AC53-5CE121F40B4A}"/>
    <dgm:cxn modelId="{6ED79380-6337-4422-87F2-498F4BE78101}" type="presOf" srcId="{D7A75291-CA31-4168-A4A3-C3F8B7516370}" destId="{F7BE77AF-0E0D-48B0-BF13-900D28490B01}" srcOrd="0" destOrd="1" presId="urn:microsoft.com/office/officeart/2005/8/layout/hProcess9"/>
    <dgm:cxn modelId="{6E9E5285-A411-4AD3-B3A6-BDA2DCC767EE}" type="presOf" srcId="{2DEE2941-12A3-462E-99E1-A7F910637013}" destId="{7E57F88C-7417-4857-A7ED-496D07CD6A25}" srcOrd="0" destOrd="2" presId="urn:microsoft.com/office/officeart/2005/8/layout/hProcess9"/>
    <dgm:cxn modelId="{AD716D92-8056-4ED9-BA43-2423F3929CB0}" srcId="{9406A6ED-1602-4665-8598-ABCA4989AD16}" destId="{2DEE2941-12A3-462E-99E1-A7F910637013}" srcOrd="1" destOrd="0" parTransId="{EDCBC872-1271-40A7-8087-5457687855E1}" sibTransId="{090481D0-955F-4AAC-85ED-639ACD75C1CB}"/>
    <dgm:cxn modelId="{D055CC9C-8BEF-496A-A154-2A9D59132CC1}" type="presOf" srcId="{184A4145-51F0-483E-9311-A831C4C33630}" destId="{F7BE77AF-0E0D-48B0-BF13-900D28490B01}" srcOrd="0" destOrd="0" presId="urn:microsoft.com/office/officeart/2005/8/layout/hProcess9"/>
    <dgm:cxn modelId="{738328AB-FD48-4CEE-83C3-EB0776D245CF}" type="presOf" srcId="{3811DEB8-E0CB-4814-9B7D-D7AF15A6FF72}" destId="{EDE07701-8EA9-4197-9FAC-51CD5BD79368}" srcOrd="0" destOrd="0" presId="urn:microsoft.com/office/officeart/2005/8/layout/hProcess9"/>
    <dgm:cxn modelId="{1DE19AB0-35A3-4CCD-B1C2-BDD731E88417}" srcId="{455FE957-5B56-4740-AD7D-7791C87FF48F}" destId="{3811DEB8-E0CB-4814-9B7D-D7AF15A6FF72}" srcOrd="1" destOrd="0" parTransId="{552259F2-2A62-4FC5-9DA7-40FF54613F9E}" sibTransId="{C74440EA-F93C-447A-B20B-87ED021756F7}"/>
    <dgm:cxn modelId="{8316B0B9-FA44-4CC2-BB5F-D2D020E6E623}" srcId="{455FE957-5B56-4740-AD7D-7791C87FF48F}" destId="{184A4145-51F0-483E-9311-A831C4C33630}" srcOrd="2" destOrd="0" parTransId="{C99A1193-CAF4-48AE-A933-170C15E6AD03}" sibTransId="{E9213695-7304-4B43-85AF-CAAC73EB0B80}"/>
    <dgm:cxn modelId="{27FDCFE3-5F95-4B56-8955-A442E3FF40D9}" srcId="{9406A6ED-1602-4665-8598-ABCA4989AD16}" destId="{B5984EDB-509B-400F-AA4B-DC25AD9615E3}" srcOrd="2" destOrd="0" parTransId="{2DFBBD7C-105C-46E1-9B56-FDFC5ECF7F9C}" sibTransId="{A26E1262-1F83-430D-8207-B0E637FC98CE}"/>
    <dgm:cxn modelId="{FA50CDEC-4AE6-4865-9046-47F28A966DF2}" srcId="{3811DEB8-E0CB-4814-9B7D-D7AF15A6FF72}" destId="{ED40D5E7-8519-4D15-936A-D3B269965E8C}" srcOrd="0" destOrd="0" parTransId="{BCE71597-6D4B-4EEA-92B0-D7259661C07F}" sibTransId="{DFB66FA5-8F14-4819-99C2-0E9221CC5BB6}"/>
    <dgm:cxn modelId="{B0C63E82-2368-4B9E-AF31-9917704AB869}" type="presParOf" srcId="{2CC5404C-D7B9-4E35-8333-2515FAE2FB93}" destId="{BFF41791-8F79-42FC-B7F6-A1D6ACF72483}" srcOrd="0" destOrd="0" presId="urn:microsoft.com/office/officeart/2005/8/layout/hProcess9"/>
    <dgm:cxn modelId="{AB17DC56-3233-4529-8E47-89167043617D}" type="presParOf" srcId="{2CC5404C-D7B9-4E35-8333-2515FAE2FB93}" destId="{BDD93E1B-5031-4E8E-9D03-78A55F378854}" srcOrd="1" destOrd="0" presId="urn:microsoft.com/office/officeart/2005/8/layout/hProcess9"/>
    <dgm:cxn modelId="{1431B7CA-4608-4928-8CEC-8476CC8D4323}" type="presParOf" srcId="{BDD93E1B-5031-4E8E-9D03-78A55F378854}" destId="{7E57F88C-7417-4857-A7ED-496D07CD6A25}" srcOrd="0" destOrd="0" presId="urn:microsoft.com/office/officeart/2005/8/layout/hProcess9"/>
    <dgm:cxn modelId="{B26B9E43-A0C3-4CBB-B1E1-305D3438EC71}" type="presParOf" srcId="{BDD93E1B-5031-4E8E-9D03-78A55F378854}" destId="{02E2C9D6-9477-4BF5-851B-6D751D055D77}" srcOrd="1" destOrd="0" presId="urn:microsoft.com/office/officeart/2005/8/layout/hProcess9"/>
    <dgm:cxn modelId="{BDD3CF80-8EFC-4BDD-82E5-908A8A86B6FF}" type="presParOf" srcId="{BDD93E1B-5031-4E8E-9D03-78A55F378854}" destId="{EDE07701-8EA9-4197-9FAC-51CD5BD79368}" srcOrd="2" destOrd="0" presId="urn:microsoft.com/office/officeart/2005/8/layout/hProcess9"/>
    <dgm:cxn modelId="{AE4A82FF-F2C5-4710-83A9-DC1EEC7141E6}" type="presParOf" srcId="{BDD93E1B-5031-4E8E-9D03-78A55F378854}" destId="{213A4BFF-26A5-43FF-9E14-5A4B2FFC2FD5}" srcOrd="3" destOrd="0" presId="urn:microsoft.com/office/officeart/2005/8/layout/hProcess9"/>
    <dgm:cxn modelId="{F2371CD0-83E3-45AD-A517-E16D0CE23076}" type="presParOf" srcId="{BDD93E1B-5031-4E8E-9D03-78A55F378854}" destId="{F7BE77AF-0E0D-48B0-BF13-900D28490B01}" srcOrd="4"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F41791-8F79-42FC-B7F6-A1D6ACF72483}">
      <dsp:nvSpPr>
        <dsp:cNvPr id="0" name=""/>
        <dsp:cNvSpPr/>
      </dsp:nvSpPr>
      <dsp:spPr>
        <a:xfrm>
          <a:off x="649420" y="0"/>
          <a:ext cx="3680050" cy="2121856"/>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57F88C-7417-4857-A7ED-496D07CD6A25}">
      <dsp:nvSpPr>
        <dsp:cNvPr id="0" name=""/>
        <dsp:cNvSpPr/>
      </dsp:nvSpPr>
      <dsp:spPr>
        <a:xfrm>
          <a:off x="0" y="636556"/>
          <a:ext cx="1298841" cy="84874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t>1. Input</a:t>
          </a:r>
          <a:endParaRPr lang="en-US" sz="1400" kern="1200"/>
        </a:p>
        <a:p>
          <a:pPr marL="57150" lvl="1" indent="-57150" algn="l" defTabSz="444500">
            <a:lnSpc>
              <a:spcPct val="90000"/>
            </a:lnSpc>
            <a:spcBef>
              <a:spcPct val="0"/>
            </a:spcBef>
            <a:spcAft>
              <a:spcPct val="15000"/>
            </a:spcAft>
            <a:buFont typeface="Arial" panose="020B0604020202020204" pitchFamily="34" charset="0"/>
            <a:buChar char="•"/>
          </a:pPr>
          <a:r>
            <a:rPr lang="en-US" sz="1000" kern="1200"/>
            <a:t>Photos </a:t>
          </a:r>
        </a:p>
        <a:p>
          <a:pPr marL="57150" lvl="1" indent="-57150" algn="l" defTabSz="444500">
            <a:lnSpc>
              <a:spcPct val="90000"/>
            </a:lnSpc>
            <a:spcBef>
              <a:spcPct val="0"/>
            </a:spcBef>
            <a:spcAft>
              <a:spcPct val="15000"/>
            </a:spcAft>
            <a:buFont typeface="Arial" panose="020B0604020202020204" pitchFamily="34" charset="0"/>
            <a:buChar char="•"/>
          </a:pPr>
          <a:r>
            <a:rPr lang="en-US" sz="1000" kern="1200"/>
            <a:t>Text </a:t>
          </a:r>
        </a:p>
        <a:p>
          <a:pPr marL="57150" lvl="1" indent="-57150" algn="l" defTabSz="444500">
            <a:lnSpc>
              <a:spcPct val="90000"/>
            </a:lnSpc>
            <a:spcBef>
              <a:spcPct val="0"/>
            </a:spcBef>
            <a:spcAft>
              <a:spcPct val="15000"/>
            </a:spcAft>
            <a:buFont typeface="Arial" panose="020B0604020202020204" pitchFamily="34" charset="0"/>
            <a:buChar char="•"/>
          </a:pPr>
          <a:r>
            <a:rPr lang="en-US" sz="1000" kern="1200"/>
            <a:t>Numbers </a:t>
          </a:r>
        </a:p>
      </dsp:txBody>
      <dsp:txXfrm>
        <a:off x="41432" y="677988"/>
        <a:ext cx="1215977" cy="765878"/>
      </dsp:txXfrm>
    </dsp:sp>
    <dsp:sp modelId="{EDE07701-8EA9-4197-9FAC-51CD5BD79368}">
      <dsp:nvSpPr>
        <dsp:cNvPr id="0" name=""/>
        <dsp:cNvSpPr/>
      </dsp:nvSpPr>
      <dsp:spPr>
        <a:xfrm>
          <a:off x="1515314" y="636556"/>
          <a:ext cx="1298841" cy="84874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t>2. Train</a:t>
          </a:r>
          <a:endParaRPr lang="en-US" sz="1400" kern="1200"/>
        </a:p>
        <a:p>
          <a:pPr marL="57150" lvl="1" indent="-57150" algn="l" defTabSz="444500">
            <a:lnSpc>
              <a:spcPct val="90000"/>
            </a:lnSpc>
            <a:spcBef>
              <a:spcPct val="0"/>
            </a:spcBef>
            <a:spcAft>
              <a:spcPct val="15000"/>
            </a:spcAft>
            <a:buFont typeface="Arial" panose="020B0604020202020204" pitchFamily="34" charset="0"/>
            <a:buChar char="•"/>
          </a:pPr>
          <a:r>
            <a:rPr lang="en-US" sz="1000" kern="1200"/>
            <a:t>Algorithm finds patterns </a:t>
          </a:r>
        </a:p>
      </dsp:txBody>
      <dsp:txXfrm>
        <a:off x="1556746" y="677988"/>
        <a:ext cx="1215977" cy="765878"/>
      </dsp:txXfrm>
    </dsp:sp>
    <dsp:sp modelId="{F7BE77AF-0E0D-48B0-BF13-900D28490B01}">
      <dsp:nvSpPr>
        <dsp:cNvPr id="0" name=""/>
        <dsp:cNvSpPr/>
      </dsp:nvSpPr>
      <dsp:spPr>
        <a:xfrm>
          <a:off x="3030629" y="636556"/>
          <a:ext cx="1298841" cy="84874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t>3. Predict</a:t>
          </a:r>
          <a:endParaRPr lang="en-US" sz="1400" kern="1200"/>
        </a:p>
        <a:p>
          <a:pPr marL="57150" lvl="1" indent="-57150" algn="l" defTabSz="444500">
            <a:lnSpc>
              <a:spcPct val="90000"/>
            </a:lnSpc>
            <a:spcBef>
              <a:spcPct val="0"/>
            </a:spcBef>
            <a:spcAft>
              <a:spcPct val="15000"/>
            </a:spcAft>
            <a:buFont typeface="Arial" panose="020B0604020202020204" pitchFamily="34" charset="0"/>
            <a:buChar char="•"/>
          </a:pPr>
          <a:r>
            <a:rPr lang="en-US" sz="1000" kern="1200"/>
            <a:t>New Data → Decision </a:t>
          </a:r>
        </a:p>
      </dsp:txBody>
      <dsp:txXfrm>
        <a:off x="3072061" y="677988"/>
        <a:ext cx="1215977" cy="76587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30T11:25:54.661"/>
    </inkml:context>
    <inkml:brush xml:id="br0">
      <inkml:brushProperty name="width" value="0.1" units="cm"/>
      <inkml:brushProperty name="height" value="0.1" units="cm"/>
      <inkml:brushProperty name="color" value="#E71224"/>
    </inkml:brush>
  </inkml:definitions>
  <inkml:trace contextRef="#ctx0" brushRef="#br0">10924 1778 16383 0 0,'12096'-96'0'0'0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30T11:25:54.662"/>
    </inkml:context>
    <inkml:brush xml:id="br0">
      <inkml:brushProperty name="width" value="0.1" units="cm"/>
      <inkml:brushProperty name="height" value="0.1" units="cm"/>
      <inkml:brushProperty name="color" value="#E71224"/>
    </inkml:brush>
  </inkml:definitions>
  <inkml:trace contextRef="#ctx0" brushRef="#br0">10518 6224 16383 0 0,'14091'-359'0'0'0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30T11:25:54.663"/>
    </inkml:context>
    <inkml:brush xml:id="br0">
      <inkml:brushProperty name="width" value="0.1" units="cm"/>
      <inkml:brushProperty name="height" value="0.1" units="cm"/>
      <inkml:brushProperty name="color" value="#E71224"/>
    </inkml:brush>
  </inkml:definitions>
  <inkml:trace contextRef="#ctx0" brushRef="#br0">11500 8186 16383 0 0,'8801'-53'0'0'0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30T11:25:54.664"/>
    </inkml:context>
    <inkml:brush xml:id="br0">
      <inkml:brushProperty name="width" value="0.1" units="cm"/>
      <inkml:brushProperty name="height" value="0.1" units="cm"/>
      <inkml:brushProperty name="color" value="#E71224"/>
    </inkml:brush>
  </inkml:definitions>
  <inkml:trace contextRef="#ctx0" brushRef="#br0">12702 8898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DF9169-AF54-40B1-B555-7812A64B1AFD}" type="datetimeFigureOut">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8AE8A3-460D-4833-9EB4-D35A956DB0D7}" type="slidenum">
              <a:t>‹#›</a:t>
            </a:fld>
            <a:endParaRPr lang="en-US"/>
          </a:p>
        </p:txBody>
      </p:sp>
    </p:spTree>
    <p:extLst>
      <p:ext uri="{BB962C8B-B14F-4D97-AF65-F5344CB8AC3E}">
        <p14:creationId xmlns:p14="http://schemas.microsoft.com/office/powerpoint/2010/main" val="1058438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Help the audience list the technologies : Television, Radio, Washing machine, refrigerator, Trains, </a:t>
            </a:r>
            <a:r>
              <a:rPr lang="en-US" err="1">
                <a:latin typeface="Calibri"/>
                <a:ea typeface="Calibri"/>
                <a:cs typeface="Calibri"/>
              </a:rPr>
              <a:t>Aeroplanes</a:t>
            </a:r>
            <a:r>
              <a:rPr lang="en-US">
                <a:latin typeface="Calibri"/>
                <a:ea typeface="Calibri"/>
                <a:cs typeface="Calibri"/>
              </a:rPr>
              <a:t>, Electricity, Solar Energy, Wind mills, Abacus, Calculator, telegraph, AI tools , White Cane, computers, smartphones etc.</a:t>
            </a:r>
            <a:endParaRPr lang="en-US">
              <a:latin typeface="Aptos" panose="02110004020202020204"/>
              <a:ea typeface="Calibri"/>
              <a:cs typeface="Calibri"/>
            </a:endParaRPr>
          </a:p>
          <a:p>
            <a:endParaRPr lang="en-US">
              <a:latin typeface="Calibri"/>
              <a:ea typeface="Calibri"/>
              <a:cs typeface="Calibri"/>
            </a:endParaRP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C453AED3-0772-43EB-951B-DC25393A8554}" type="slidenum">
              <a:rPr lang="en-US" smtClean="0"/>
              <a:t>2</a:t>
            </a:fld>
            <a:endParaRPr lang="en-US"/>
          </a:p>
        </p:txBody>
      </p:sp>
    </p:spTree>
    <p:extLst>
      <p:ext uri="{BB962C8B-B14F-4D97-AF65-F5344CB8AC3E}">
        <p14:creationId xmlns:p14="http://schemas.microsoft.com/office/powerpoint/2010/main" val="29064215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Used?</a:t>
            </a:r>
          </a:p>
          <a:p>
            <a:r>
              <a:rPr lang="en-US"/>
              <a:t>How AI is Used</a:t>
            </a:r>
          </a:p>
          <a:p>
            <a:r>
              <a:rPr lang="en-US" b="1"/>
              <a:t>Traffic light changing at fixed intervals</a:t>
            </a:r>
            <a:r>
              <a:rPr lang="en-US"/>
              <a:t>❌ </a:t>
            </a:r>
            <a:r>
              <a:rPr lang="en-US" err="1"/>
              <a:t>NoA</a:t>
            </a:r>
            <a:r>
              <a:rPr lang="en-US"/>
              <a:t> fixed-time traffic light follows a pre-programmed schedule. It does not learn or make decisions based on traffic conditions. (Adaptive traffic signal systems, however, can use AI.)</a:t>
            </a:r>
          </a:p>
          <a:p>
            <a:r>
              <a:rPr lang="en-US" b="1"/>
              <a:t>Face Recognition System</a:t>
            </a:r>
            <a:r>
              <a:rPr lang="en-US"/>
              <a:t>✅ </a:t>
            </a:r>
            <a:r>
              <a:rPr lang="en-US" err="1"/>
              <a:t>YesAI</a:t>
            </a:r>
            <a:r>
              <a:rPr lang="en-US"/>
              <a:t>, especially deep learning, detects faces, extracts facial features, and compares them with stored faces to identify or verify a person.</a:t>
            </a:r>
          </a:p>
          <a:p>
            <a:r>
              <a:rPr lang="en-US" b="1"/>
              <a:t>Washing machine with preset timer</a:t>
            </a:r>
            <a:r>
              <a:rPr lang="en-US"/>
              <a:t>❌ </a:t>
            </a:r>
            <a:r>
              <a:rPr lang="en-US" err="1"/>
              <a:t>NoA</a:t>
            </a:r>
            <a:r>
              <a:rPr lang="en-US"/>
              <a:t> preset timer simply follows instructions programmed by the manufacturer. It does not learn from previous washes. (Some modern smart washing machines do use AI to optimize wash cycles.)</a:t>
            </a:r>
          </a:p>
          <a:p>
            <a:r>
              <a:rPr lang="en-US" b="1"/>
              <a:t>Voice assistant</a:t>
            </a:r>
            <a:r>
              <a:rPr lang="en-US"/>
              <a:t>✅ </a:t>
            </a:r>
            <a:r>
              <a:rPr lang="en-US" err="1"/>
              <a:t>YesAI</a:t>
            </a:r>
            <a:r>
              <a:rPr lang="en-US"/>
              <a:t> understands spoken language (speech recognition), interprets the user's intent (natural language processing), and generates appropriate responses or actions.</a:t>
            </a:r>
          </a:p>
          <a:p>
            <a:r>
              <a:rPr lang="en-US" b="1"/>
              <a:t>Google Search suggestions</a:t>
            </a:r>
            <a:r>
              <a:rPr lang="en-US"/>
              <a:t>✅ </a:t>
            </a:r>
            <a:r>
              <a:rPr lang="en-US" err="1"/>
              <a:t>YesAI</a:t>
            </a:r>
            <a:r>
              <a:rPr lang="en-US"/>
              <a:t> analyzes billions of previous searches, language patterns, user context, and trending topics to predict what the user is likely to type next.</a:t>
            </a:r>
          </a:p>
          <a:p>
            <a:r>
              <a:rPr lang="en-US" b="1"/>
              <a:t>YouTube video recommendations</a:t>
            </a:r>
            <a:r>
              <a:rPr lang="en-US"/>
              <a:t>✅ </a:t>
            </a:r>
            <a:r>
              <a:rPr lang="en-US" err="1"/>
              <a:t>YesAI</a:t>
            </a:r>
            <a:r>
              <a:rPr lang="en-US"/>
              <a:t> learns from viewing history, watch time, likes, subscriptions, and similar users' preferences to recommend videos that are likely to interest the user.</a:t>
            </a:r>
          </a:p>
          <a:p>
            <a:r>
              <a:rPr lang="en-US" b="1"/>
              <a:t>Spell check &amp; grammar tools</a:t>
            </a:r>
            <a:r>
              <a:rPr lang="en-US"/>
              <a:t>✅ Yes (modern tools)Basic spell check uses dictionaries and rules, but modern grammar tools use AI to understand context, grammar, style, and even suggest better wording.</a:t>
            </a:r>
          </a:p>
          <a:p>
            <a:r>
              <a:rPr lang="en-US" b="1"/>
              <a:t>Online quizzes with instant feedback</a:t>
            </a:r>
            <a:r>
              <a:rPr lang="en-US"/>
              <a:t>⚠️ </a:t>
            </a:r>
            <a:r>
              <a:rPr lang="en-US" err="1"/>
              <a:t>SometimesIf</a:t>
            </a:r>
            <a:r>
              <a:rPr lang="en-US"/>
              <a:t> feedback is simply "Correct/Incorrect," AI is not needed. AI is used when the system provides personalized hints, adapts question difficulty, or explains mistakes based on student performance.</a:t>
            </a:r>
          </a:p>
          <a:p>
            <a:r>
              <a:rPr lang="en-US" b="1"/>
              <a:t>Google Maps route suggestions</a:t>
            </a:r>
            <a:r>
              <a:rPr lang="en-US"/>
              <a:t>✅ </a:t>
            </a:r>
            <a:r>
              <a:rPr lang="en-US" err="1"/>
              <a:t>YesAI</a:t>
            </a:r>
            <a:r>
              <a:rPr lang="en-US"/>
              <a:t> predicts traffic conditions, estimates travel time, detects road closures, and recommends the fastest or most efficient route using real-time and historical data.</a:t>
            </a:r>
          </a:p>
          <a:p>
            <a:endParaRPr lang="en-US"/>
          </a:p>
        </p:txBody>
      </p:sp>
      <p:sp>
        <p:nvSpPr>
          <p:cNvPr id="4" name="Slide Number Placeholder 3"/>
          <p:cNvSpPr>
            <a:spLocks noGrp="1"/>
          </p:cNvSpPr>
          <p:nvPr>
            <p:ph type="sldNum" sz="quarter" idx="5"/>
          </p:nvPr>
        </p:nvSpPr>
        <p:spPr/>
        <p:txBody>
          <a:bodyPr/>
          <a:lstStyle/>
          <a:p>
            <a:fld id="{C453AED3-0772-43EB-951B-DC25393A8554}" type="slidenum">
              <a:rPr lang="en-US" smtClean="0"/>
              <a:t>4</a:t>
            </a:fld>
            <a:endParaRPr lang="en-US"/>
          </a:p>
        </p:txBody>
      </p:sp>
    </p:spTree>
    <p:extLst>
      <p:ext uri="{BB962C8B-B14F-4D97-AF65-F5344CB8AC3E}">
        <p14:creationId xmlns:p14="http://schemas.microsoft.com/office/powerpoint/2010/main" val="70181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a:solidFill>
                  <a:schemeClr val="tx1"/>
                </a:solidFill>
                <a:latin typeface="+mn-lt"/>
                <a:ea typeface="+mn-ea"/>
                <a:cs typeface="+mn-cs"/>
              </a:rPr>
              <a:t>Artificial Intelligence </a:t>
            </a:r>
            <a:r>
              <a:rPr lang="en-US" sz="1200" b="0" i="0" u="none" strike="noStrike" kern="1200" baseline="0">
                <a:solidFill>
                  <a:schemeClr val="tx1"/>
                </a:solidFill>
                <a:latin typeface="+mn-lt"/>
                <a:ea typeface="+mn-ea"/>
                <a:cs typeface="+mn-cs"/>
              </a:rPr>
              <a:t>is composed of two words </a:t>
            </a:r>
            <a:r>
              <a:rPr lang="en-US" sz="1200" b="1" i="0" u="none" strike="noStrike" kern="1200" baseline="0">
                <a:solidFill>
                  <a:schemeClr val="tx1"/>
                </a:solidFill>
                <a:latin typeface="+mn-lt"/>
                <a:ea typeface="+mn-ea"/>
                <a:cs typeface="+mn-cs"/>
              </a:rPr>
              <a:t>Artificial </a:t>
            </a:r>
            <a:r>
              <a:rPr lang="en-US" sz="1200" b="0" i="0" u="none" strike="noStrike" kern="1200" baseline="0">
                <a:solidFill>
                  <a:schemeClr val="tx1"/>
                </a:solidFill>
                <a:latin typeface="+mn-lt"/>
                <a:ea typeface="+mn-ea"/>
                <a:cs typeface="+mn-cs"/>
              </a:rPr>
              <a:t>and </a:t>
            </a:r>
            <a:r>
              <a:rPr lang="en-US" sz="1200" b="1" i="0" u="none" strike="noStrike" kern="1200" baseline="0">
                <a:solidFill>
                  <a:schemeClr val="tx1"/>
                </a:solidFill>
                <a:latin typeface="+mn-lt"/>
                <a:ea typeface="+mn-ea"/>
                <a:cs typeface="+mn-cs"/>
              </a:rPr>
              <a:t>Intelligence</a:t>
            </a:r>
            <a:r>
              <a:rPr lang="en-US" sz="1200" b="0" i="0" u="none" strike="noStrike" kern="1200" baseline="0">
                <a:solidFill>
                  <a:schemeClr val="tx1"/>
                </a:solidFill>
                <a:latin typeface="+mn-lt"/>
                <a:ea typeface="+mn-ea"/>
                <a:cs typeface="+mn-cs"/>
              </a:rPr>
              <a:t>,</a:t>
            </a:r>
          </a:p>
          <a:p>
            <a:r>
              <a:rPr lang="en-US" sz="1200" b="0" i="0" u="none" strike="noStrike" kern="1200" baseline="0">
                <a:solidFill>
                  <a:schemeClr val="tx1"/>
                </a:solidFill>
                <a:latin typeface="+mn-lt"/>
                <a:ea typeface="+mn-ea"/>
                <a:cs typeface="+mn-cs"/>
              </a:rPr>
              <a:t>where </a:t>
            </a:r>
            <a:r>
              <a:rPr lang="en-US" sz="1200" b="1" i="0" u="none" strike="noStrike" kern="1200" baseline="0">
                <a:solidFill>
                  <a:schemeClr val="tx1"/>
                </a:solidFill>
                <a:latin typeface="+mn-lt"/>
                <a:ea typeface="+mn-ea"/>
                <a:cs typeface="+mn-cs"/>
              </a:rPr>
              <a:t>Artificial defines "man made," </a:t>
            </a:r>
            <a:r>
              <a:rPr lang="en-US" sz="1200" b="0" i="0" u="none" strike="noStrike" kern="1200" baseline="0">
                <a:solidFill>
                  <a:schemeClr val="tx1"/>
                </a:solidFill>
                <a:latin typeface="+mn-lt"/>
                <a:ea typeface="+mn-ea"/>
                <a:cs typeface="+mn-cs"/>
              </a:rPr>
              <a:t>and </a:t>
            </a:r>
            <a:r>
              <a:rPr lang="en-US" sz="1200" b="1" i="0" u="none" strike="noStrike" kern="1200" baseline="0">
                <a:solidFill>
                  <a:schemeClr val="tx1"/>
                </a:solidFill>
                <a:latin typeface="+mn-lt"/>
                <a:ea typeface="+mn-ea"/>
                <a:cs typeface="+mn-cs"/>
              </a:rPr>
              <a:t>intelligence defines "thinking</a:t>
            </a:r>
          </a:p>
          <a:p>
            <a:r>
              <a:rPr lang="en-US" sz="1200" b="1" i="0" u="none" strike="noStrike" kern="1200" baseline="0">
                <a:solidFill>
                  <a:schemeClr val="tx1"/>
                </a:solidFill>
                <a:latin typeface="+mn-lt"/>
                <a:ea typeface="+mn-ea"/>
                <a:cs typeface="+mn-cs"/>
              </a:rPr>
              <a:t>power"</a:t>
            </a:r>
            <a:r>
              <a:rPr lang="en-US" sz="1200" b="0" i="0" u="none" strike="noStrike" kern="1200" baseline="0">
                <a:solidFill>
                  <a:schemeClr val="tx1"/>
                </a:solidFill>
                <a:latin typeface="+mn-lt"/>
                <a:ea typeface="+mn-ea"/>
                <a:cs typeface="+mn-cs"/>
              </a:rPr>
              <a:t>, hence AI means </a:t>
            </a:r>
            <a:r>
              <a:rPr lang="en-US" sz="1200" b="1" i="0" u="none" strike="noStrike" kern="1200" baseline="0">
                <a:solidFill>
                  <a:schemeClr val="tx1"/>
                </a:solidFill>
                <a:latin typeface="+mn-lt"/>
                <a:ea typeface="+mn-ea"/>
                <a:cs typeface="+mn-cs"/>
              </a:rPr>
              <a:t>"a man-made thinking power</a:t>
            </a:r>
            <a:endParaRPr lang="en-US"/>
          </a:p>
        </p:txBody>
      </p:sp>
      <p:sp>
        <p:nvSpPr>
          <p:cNvPr id="4" name="Slide Number Placeholder 3"/>
          <p:cNvSpPr>
            <a:spLocks noGrp="1"/>
          </p:cNvSpPr>
          <p:nvPr>
            <p:ph type="sldNum" sz="quarter" idx="5"/>
          </p:nvPr>
        </p:nvSpPr>
        <p:spPr/>
        <p:txBody>
          <a:bodyPr/>
          <a:lstStyle/>
          <a:p>
            <a:fld id="{C453AED3-0772-43EB-951B-DC25393A8554}" type="slidenum">
              <a:rPr lang="en-US" smtClean="0"/>
              <a:t>7</a:t>
            </a:fld>
            <a:endParaRPr lang="en-US"/>
          </a:p>
        </p:txBody>
      </p:sp>
    </p:spTree>
    <p:extLst>
      <p:ext uri="{BB962C8B-B14F-4D97-AF65-F5344CB8AC3E}">
        <p14:creationId xmlns:p14="http://schemas.microsoft.com/office/powerpoint/2010/main" val="4250018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mn-lt"/>
                <a:cs typeface="+mn-lt"/>
              </a:rPr>
              <a:t>In Traditional Programming, we feed the </a:t>
            </a:r>
            <a:r>
              <a:rPr lang="en-US" b="1">
                <a:ea typeface="+mn-lt"/>
                <a:cs typeface="+mn-lt"/>
              </a:rPr>
              <a:t>Input</a:t>
            </a:r>
            <a:r>
              <a:rPr lang="en-US">
                <a:ea typeface="+mn-lt"/>
                <a:cs typeface="+mn-lt"/>
              </a:rPr>
              <a:t>, </a:t>
            </a:r>
            <a:r>
              <a:rPr lang="en-US" b="1">
                <a:ea typeface="+mn-lt"/>
                <a:cs typeface="+mn-lt"/>
              </a:rPr>
              <a:t>Program logic</a:t>
            </a:r>
            <a:r>
              <a:rPr lang="en-US">
                <a:ea typeface="+mn-lt"/>
                <a:cs typeface="+mn-lt"/>
              </a:rPr>
              <a:t>, and run the program to get the </a:t>
            </a:r>
            <a:r>
              <a:rPr lang="en-US" b="1">
                <a:ea typeface="+mn-lt"/>
                <a:cs typeface="+mn-lt"/>
              </a:rPr>
              <a:t>output</a:t>
            </a:r>
            <a:r>
              <a:rPr lang="en-US">
                <a:ea typeface="+mn-lt"/>
                <a:cs typeface="+mn-lt"/>
              </a:rPr>
              <a:t>. </a:t>
            </a:r>
            <a:endParaRPr lang="en-US"/>
          </a:p>
          <a:p>
            <a:r>
              <a:rPr lang="en-US">
                <a:ea typeface="+mn-lt"/>
                <a:cs typeface="+mn-lt"/>
              </a:rPr>
              <a:t>In Machine Learning, we feed the </a:t>
            </a:r>
            <a:r>
              <a:rPr lang="en-US" b="1">
                <a:ea typeface="+mn-lt"/>
                <a:cs typeface="+mn-lt"/>
              </a:rPr>
              <a:t>input</a:t>
            </a:r>
            <a:r>
              <a:rPr lang="en-US">
                <a:ea typeface="+mn-lt"/>
                <a:cs typeface="+mn-lt"/>
              </a:rPr>
              <a:t> and the </a:t>
            </a:r>
            <a:r>
              <a:rPr lang="en-US" b="1">
                <a:ea typeface="+mn-lt"/>
                <a:cs typeface="+mn-lt"/>
              </a:rPr>
              <a:t>output</a:t>
            </a:r>
            <a:r>
              <a:rPr lang="en-US">
                <a:ea typeface="+mn-lt"/>
                <a:cs typeface="+mn-lt"/>
              </a:rPr>
              <a:t> during training. The machine creates its own logic (model), which is then evaluated and used to make predictions during testing.</a:t>
            </a:r>
            <a:endParaRPr lang="en-US"/>
          </a:p>
          <a:p>
            <a:endParaRPr lang="en-US"/>
          </a:p>
          <a:p>
            <a:r>
              <a:rPr lang="en-US">
                <a:ea typeface="Calibri" panose="020F0502020204030204"/>
                <a:cs typeface="Calibri" panose="020F0502020204030204"/>
              </a:rPr>
              <a:t>Give some examples of how machines are trained like children/ pets </a:t>
            </a:r>
          </a:p>
        </p:txBody>
      </p:sp>
      <p:sp>
        <p:nvSpPr>
          <p:cNvPr id="4" name="Slide Number Placeholder 3"/>
          <p:cNvSpPr>
            <a:spLocks noGrp="1"/>
          </p:cNvSpPr>
          <p:nvPr>
            <p:ph type="sldNum" sz="quarter" idx="5"/>
          </p:nvPr>
        </p:nvSpPr>
        <p:spPr/>
        <p:txBody>
          <a:bodyPr/>
          <a:lstStyle/>
          <a:p>
            <a:fld id="{C453AED3-0772-43EB-951B-DC25393A8554}" type="slidenum">
              <a:rPr lang="en-US" smtClean="0"/>
              <a:t>10</a:t>
            </a:fld>
            <a:endParaRPr lang="en-US"/>
          </a:p>
        </p:txBody>
      </p:sp>
    </p:spTree>
    <p:extLst>
      <p:ext uri="{BB962C8B-B14F-4D97-AF65-F5344CB8AC3E}">
        <p14:creationId xmlns:p14="http://schemas.microsoft.com/office/powerpoint/2010/main" val="2996983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453AED3-0772-43EB-951B-DC25393A8554}" type="slidenum">
              <a:rPr lang="en-US" smtClean="0"/>
              <a:t>11</a:t>
            </a:fld>
            <a:endParaRPr lang="en-US"/>
          </a:p>
        </p:txBody>
      </p:sp>
    </p:spTree>
    <p:extLst>
      <p:ext uri="{BB962C8B-B14F-4D97-AF65-F5344CB8AC3E}">
        <p14:creationId xmlns:p14="http://schemas.microsoft.com/office/powerpoint/2010/main" val="19915898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will be covered in more detail, hands on in module 2</a:t>
            </a:r>
          </a:p>
        </p:txBody>
      </p:sp>
      <p:sp>
        <p:nvSpPr>
          <p:cNvPr id="4" name="Slide Number Placeholder 3"/>
          <p:cNvSpPr>
            <a:spLocks noGrp="1"/>
          </p:cNvSpPr>
          <p:nvPr>
            <p:ph type="sldNum" sz="quarter" idx="5"/>
          </p:nvPr>
        </p:nvSpPr>
        <p:spPr/>
        <p:txBody>
          <a:bodyPr/>
          <a:lstStyle/>
          <a:p>
            <a:fld id="{C453AED3-0772-43EB-951B-DC25393A8554}" type="slidenum">
              <a:rPr lang="en-US" smtClean="0"/>
              <a:t>15</a:t>
            </a:fld>
            <a:endParaRPr lang="en-US"/>
          </a:p>
        </p:txBody>
      </p:sp>
    </p:spTree>
    <p:extLst>
      <p:ext uri="{BB962C8B-B14F-4D97-AF65-F5344CB8AC3E}">
        <p14:creationId xmlns:p14="http://schemas.microsoft.com/office/powerpoint/2010/main" val="3449041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ea typeface="Calibri"/>
                <a:cs typeface="Calibri"/>
              </a:rPr>
              <a:t>Chatgpt</a:t>
            </a:r>
            <a:r>
              <a:rPr lang="en-US">
                <a:ea typeface="Calibri"/>
                <a:cs typeface="Calibri"/>
              </a:rPr>
              <a:t> response on 1st September 2026</a:t>
            </a:r>
          </a:p>
        </p:txBody>
      </p:sp>
      <p:sp>
        <p:nvSpPr>
          <p:cNvPr id="4" name="Slide Number Placeholder 3"/>
          <p:cNvSpPr>
            <a:spLocks noGrp="1"/>
          </p:cNvSpPr>
          <p:nvPr>
            <p:ph type="sldNum" sz="quarter" idx="5"/>
          </p:nvPr>
        </p:nvSpPr>
        <p:spPr/>
        <p:txBody>
          <a:bodyPr/>
          <a:lstStyle/>
          <a:p>
            <a:fld id="{8E8AE8A3-460D-4833-9EB4-D35A956DB0D7}" type="slidenum">
              <a:rPr lang="en-US"/>
              <a:t>18</a:t>
            </a:fld>
            <a:endParaRPr lang="en-US"/>
          </a:p>
        </p:txBody>
      </p:sp>
    </p:spTree>
    <p:extLst>
      <p:ext uri="{BB962C8B-B14F-4D97-AF65-F5344CB8AC3E}">
        <p14:creationId xmlns:p14="http://schemas.microsoft.com/office/powerpoint/2010/main" val="6435191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90000"/>
              </a:lnSpc>
              <a:spcBef>
                <a:spcPts val="1000"/>
              </a:spcBef>
              <a:buFont typeface="Arial"/>
              <a:buChar char="•"/>
            </a:pPr>
            <a:r>
              <a:rPr lang="en-US" b="1"/>
              <a:t>ChatGPT (GPT-5)</a:t>
            </a:r>
            <a:r>
              <a:rPr lang="en-US"/>
              <a:t> </a:t>
            </a:r>
          </a:p>
          <a:p>
            <a:pPr marL="285750" indent="-285750">
              <a:lnSpc>
                <a:spcPct val="90000"/>
              </a:lnSpc>
              <a:spcBef>
                <a:spcPts val="1000"/>
              </a:spcBef>
              <a:buFont typeface="Arial"/>
              <a:buChar char="•"/>
            </a:pPr>
            <a:r>
              <a:rPr lang="en-US" b="1"/>
              <a:t>Microsoft Copilot</a:t>
            </a:r>
            <a:r>
              <a:rPr lang="en-US"/>
              <a:t> </a:t>
            </a:r>
          </a:p>
          <a:p>
            <a:pPr marL="285750" indent="-285750">
              <a:lnSpc>
                <a:spcPct val="90000"/>
              </a:lnSpc>
              <a:spcBef>
                <a:spcPts val="1000"/>
              </a:spcBef>
              <a:buFont typeface="Arial"/>
              <a:buChar char="•"/>
            </a:pPr>
            <a:r>
              <a:rPr lang="en-US" b="1"/>
              <a:t>Google Gemini</a:t>
            </a:r>
            <a:r>
              <a:rPr lang="en-US"/>
              <a:t> </a:t>
            </a:r>
          </a:p>
          <a:p>
            <a:pPr marL="285750" indent="-285750">
              <a:lnSpc>
                <a:spcPct val="90000"/>
              </a:lnSpc>
              <a:spcBef>
                <a:spcPts val="1000"/>
              </a:spcBef>
              <a:buFont typeface="Arial"/>
              <a:buChar char="•"/>
            </a:pPr>
            <a:r>
              <a:rPr lang="en-US" b="1"/>
              <a:t>Claude AI</a:t>
            </a:r>
            <a:r>
              <a:rPr lang="en-US"/>
              <a:t> </a:t>
            </a:r>
          </a:p>
          <a:p>
            <a:pPr marL="285750" indent="-285750">
              <a:lnSpc>
                <a:spcPct val="90000"/>
              </a:lnSpc>
              <a:spcBef>
                <a:spcPts val="1000"/>
              </a:spcBef>
              <a:buFont typeface="Arial"/>
              <a:buChar char="•"/>
            </a:pPr>
            <a:r>
              <a:rPr lang="en-US" b="1"/>
              <a:t>Sarvam AI</a:t>
            </a:r>
            <a:endParaRPr lang="en-US"/>
          </a:p>
          <a:p>
            <a:pPr marL="285750" indent="-285750">
              <a:lnSpc>
                <a:spcPct val="90000"/>
              </a:lnSpc>
              <a:spcBef>
                <a:spcPts val="1000"/>
              </a:spcBef>
              <a:buFont typeface="Arial"/>
              <a:buChar char="•"/>
            </a:pPr>
            <a:r>
              <a:rPr lang="en-US" b="1"/>
              <a:t>Suno</a:t>
            </a:r>
            <a:endParaRPr lang="en-US"/>
          </a:p>
          <a:p>
            <a:pPr marL="285750" indent="-285750">
              <a:lnSpc>
                <a:spcPct val="90000"/>
              </a:lnSpc>
              <a:spcBef>
                <a:spcPts val="1000"/>
              </a:spcBef>
              <a:buFont typeface="Arial"/>
              <a:buChar char="•"/>
            </a:pPr>
            <a:r>
              <a:rPr lang="en-US" b="1" err="1"/>
              <a:t>ElevenLabs</a:t>
            </a:r>
            <a:r>
              <a:rPr lang="en-US"/>
              <a:t> </a:t>
            </a:r>
          </a:p>
          <a:p>
            <a:pPr marL="285750" indent="-285750">
              <a:lnSpc>
                <a:spcPct val="90000"/>
              </a:lnSpc>
              <a:spcBef>
                <a:spcPts val="1000"/>
              </a:spcBef>
              <a:buFont typeface="Arial"/>
              <a:buChar char="•"/>
            </a:pPr>
            <a:r>
              <a:rPr lang="en-US" b="1"/>
              <a:t>Microsoft Seeing AI</a:t>
            </a:r>
            <a:r>
              <a:rPr lang="en-US"/>
              <a:t> </a:t>
            </a:r>
          </a:p>
          <a:p>
            <a:pPr marL="285750" indent="-285750">
              <a:lnSpc>
                <a:spcPct val="90000"/>
              </a:lnSpc>
              <a:spcBef>
                <a:spcPts val="1000"/>
              </a:spcBef>
              <a:buFont typeface="Arial"/>
              <a:buChar char="•"/>
            </a:pPr>
            <a:r>
              <a:rPr lang="en-US" b="1"/>
              <a:t>Be My AI</a:t>
            </a:r>
            <a:endParaRPr lang="en-US"/>
          </a:p>
          <a:p>
            <a:pPr marL="285750" indent="-285750">
              <a:lnSpc>
                <a:spcPct val="90000"/>
              </a:lnSpc>
              <a:spcBef>
                <a:spcPts val="1000"/>
              </a:spcBef>
              <a:buFont typeface="Arial"/>
              <a:buChar char="•"/>
            </a:pPr>
            <a:endParaRPr lang="en-US"/>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C453AED3-0772-43EB-951B-DC25393A8554}" type="slidenum">
              <a:rPr lang="en-US" smtClean="0"/>
              <a:t>22</a:t>
            </a:fld>
            <a:endParaRPr lang="en-US"/>
          </a:p>
        </p:txBody>
      </p:sp>
    </p:spTree>
    <p:extLst>
      <p:ext uri="{BB962C8B-B14F-4D97-AF65-F5344CB8AC3E}">
        <p14:creationId xmlns:p14="http://schemas.microsoft.com/office/powerpoint/2010/main" val="31156188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If you want to get some job done by a child, how would you give the instruction?</a:t>
            </a:r>
          </a:p>
          <a:p>
            <a:pPr marL="171450" indent="-171450">
              <a:buFont typeface="Calibri"/>
              <a:buChar char="-"/>
            </a:pPr>
            <a:r>
              <a:rPr lang="en-US">
                <a:ea typeface="Calibri"/>
                <a:cs typeface="Calibri"/>
              </a:rPr>
              <a:t>Pay school fees – is this enough ?</a:t>
            </a:r>
          </a:p>
          <a:p>
            <a:r>
              <a:rPr lang="en-US">
                <a:ea typeface="Calibri"/>
                <a:cs typeface="Calibri"/>
              </a:rPr>
              <a:t>You might say – Take the money, go to school office, fill the form and give the money, collect the  receipt </a:t>
            </a:r>
            <a:r>
              <a:rPr lang="en-US" err="1">
                <a:ea typeface="Calibri"/>
                <a:cs typeface="Calibri"/>
              </a:rPr>
              <a:t>eand</a:t>
            </a:r>
            <a:r>
              <a:rPr lang="en-US">
                <a:ea typeface="Calibri"/>
                <a:cs typeface="Calibri"/>
              </a:rPr>
              <a:t> file the receipt </a:t>
            </a:r>
          </a:p>
          <a:p>
            <a:pPr marL="171450" indent="-171450">
              <a:buFont typeface="Calibri"/>
              <a:buChar char="-"/>
            </a:pPr>
            <a:r>
              <a:rPr lang="en-US">
                <a:ea typeface="Calibri"/>
                <a:cs typeface="Calibri"/>
              </a:rPr>
              <a:t>This is how detailed we should give our instructions </a:t>
            </a:r>
          </a:p>
        </p:txBody>
      </p:sp>
      <p:sp>
        <p:nvSpPr>
          <p:cNvPr id="4" name="Slide Number Placeholder 3"/>
          <p:cNvSpPr>
            <a:spLocks noGrp="1"/>
          </p:cNvSpPr>
          <p:nvPr>
            <p:ph type="sldNum" sz="quarter" idx="5"/>
          </p:nvPr>
        </p:nvSpPr>
        <p:spPr/>
        <p:txBody>
          <a:bodyPr/>
          <a:lstStyle/>
          <a:p>
            <a:fld id="{8E8AE8A3-460D-4833-9EB4-D35A956DB0D7}" type="slidenum">
              <a:rPr lang="en-US"/>
              <a:t>23</a:t>
            </a:fld>
            <a:endParaRPr lang="en-US"/>
          </a:p>
        </p:txBody>
      </p:sp>
    </p:spTree>
    <p:extLst>
      <p:ext uri="{BB962C8B-B14F-4D97-AF65-F5344CB8AC3E}">
        <p14:creationId xmlns:p14="http://schemas.microsoft.com/office/powerpoint/2010/main" val="3804511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Common risks across Seeing AI, Be My AI and Copilot</a:t>
            </a:r>
          </a:p>
          <a:p>
            <a:r>
              <a:rPr lang="en-US" b="1"/>
              <a:t>AI can be wrong even when it sounds confident.</a:t>
            </a:r>
            <a:br>
              <a:rPr lang="en-US" b="1">
                <a:cs typeface="+mn-lt"/>
              </a:rPr>
            </a:br>
            <a:r>
              <a:rPr lang="en-US" b="1"/>
              <a:t> These tools may give useful descriptions or answers, but they can misread text, miss details, describe an image incorrectly, or give incomplete information. Microsoft says Copilot can make mistakes, and Be My Eyes states that Be My AI output may contain hallucinations or be inaccurate. </a:t>
            </a:r>
            <a:endParaRPr lang="en-US"/>
          </a:p>
          <a:p>
            <a:r>
              <a:rPr lang="en-US" b="1"/>
              <a:t>They should not be used as the final authority in high-risk situations.</a:t>
            </a:r>
            <a:br>
              <a:rPr lang="en-US" b="1">
                <a:cs typeface="+mn-lt"/>
              </a:rPr>
            </a:br>
            <a:r>
              <a:rPr lang="en-US" b="1"/>
              <a:t> VI users should avoid depending only on AI for medicines, dosage, allergens, road crossing, legal documents, exams, financial transactions, identity verification, or emergency decisions. Be My Eyes specifically says not to use Be My AI for scanning medicines, reading dosages, or other safety issues. </a:t>
            </a:r>
            <a:endParaRPr lang="en-US"/>
          </a:p>
          <a:p>
            <a:r>
              <a:rPr lang="en-US" b="1"/>
              <a:t>Image descriptions may miss context.</a:t>
            </a:r>
            <a:br>
              <a:rPr lang="en-US" b="1">
                <a:cs typeface="+mn-lt"/>
              </a:rPr>
            </a:br>
            <a:r>
              <a:rPr lang="en-US" b="1"/>
              <a:t> An AI tool may describe what is visible in a picture but may not understand the real situation, urgency, cultural context, safety risk, or learning objective. This is especially important for classroom diagrams, mobility, labels, and official documents.</a:t>
            </a:r>
            <a:endParaRPr lang="en-US"/>
          </a:p>
          <a:p>
            <a:r>
              <a:rPr lang="en-US" b="1"/>
              <a:t>Privacy must be protected.</a:t>
            </a:r>
            <a:br>
              <a:rPr lang="en-US" b="1">
                <a:cs typeface="+mn-lt"/>
              </a:rPr>
            </a:br>
            <a:r>
              <a:rPr lang="en-US" b="1"/>
              <a:t> Photos, chats, prompts, uploaded documents, or camera/screen content may be processed by the service provider. Be My Eyes explains that photos and chats submitted to Be My AI are processed to provide descriptions and follow-up options, while Microsoft Copilot processes prompts and conversation context to generate responses. </a:t>
            </a:r>
            <a:endParaRPr lang="en-US"/>
          </a:p>
          <a:p>
            <a:r>
              <a:rPr lang="en-US" b="1"/>
              <a:t>AI may increase overdependence.</a:t>
            </a:r>
            <a:br>
              <a:rPr lang="en-US" b="1">
                <a:cs typeface="+mn-lt"/>
              </a:rPr>
            </a:br>
            <a:r>
              <a:rPr lang="en-US" b="1"/>
              <a:t> Students and adults may start accepting AI output without thinking, checking, or asking for help. The safe message is: AI supports independence, but responsible independence includes verification.</a:t>
            </a:r>
            <a:endParaRPr lang="en-US"/>
          </a:p>
          <a:p>
            <a:br>
              <a:rPr lang="en-US"/>
            </a:br>
            <a:endParaRPr lang="en-US"/>
          </a:p>
          <a:p>
            <a:r>
              <a:rPr lang="en-US"/>
              <a:t>2. Seeing AI: risks and limitations</a:t>
            </a:r>
          </a:p>
          <a:p>
            <a:r>
              <a:rPr lang="en-US"/>
              <a:t>Seeing AI is useful for reading text, documents, products, currency, scenes, </a:t>
            </a:r>
            <a:r>
              <a:rPr lang="en-US" err="1"/>
              <a:t>colours</a:t>
            </a:r>
            <a:r>
              <a:rPr lang="en-US"/>
              <a:t>, light, and photos. Microsoft describes Seeing AI as an app that narrates the world for blind and low-vision users, with features such as richer photo descriptions and document chat. </a:t>
            </a:r>
          </a:p>
          <a:p>
            <a:pPr algn="ctr"/>
            <a:r>
              <a:rPr lang="en-US" b="1"/>
              <a:t>Area</a:t>
            </a:r>
            <a:endParaRPr lang="en-US"/>
          </a:p>
          <a:p>
            <a:pPr algn="ctr"/>
            <a:r>
              <a:rPr lang="en-US" b="1"/>
              <a:t>Risk / limitation</a:t>
            </a:r>
            <a:endParaRPr lang="en-US"/>
          </a:p>
          <a:p>
            <a:pPr algn="ctr"/>
            <a:r>
              <a:rPr lang="en-US" b="1"/>
              <a:t>What VI users should do</a:t>
            </a:r>
            <a:endParaRPr lang="en-US"/>
          </a:p>
          <a:p>
            <a:r>
              <a:rPr lang="en-US" b="1"/>
              <a:t>Text reading</a:t>
            </a:r>
            <a:endParaRPr lang="en-US"/>
          </a:p>
          <a:p>
            <a:r>
              <a:rPr lang="en-US"/>
              <a:t>OCR may misread unclear print, handwritten text, poor lighting, unusual fonts, or damaged pages.</a:t>
            </a:r>
          </a:p>
          <a:p>
            <a:r>
              <a:rPr lang="en-US"/>
              <a:t>Re-scan, improve lighting, or verify important text.</a:t>
            </a:r>
          </a:p>
          <a:p>
            <a:r>
              <a:rPr lang="en-US" b="1"/>
              <a:t>Documents</a:t>
            </a:r>
            <a:endParaRPr lang="en-US"/>
          </a:p>
          <a:p>
            <a:r>
              <a:rPr lang="en-US"/>
              <a:t>Layout, tables, columns, </a:t>
            </a:r>
            <a:r>
              <a:rPr lang="en-US" err="1"/>
              <a:t>maths</a:t>
            </a:r>
            <a:r>
              <a:rPr lang="en-US"/>
              <a:t>, signatures, stamps, or handwritten notes may not be read correctly.</a:t>
            </a:r>
          </a:p>
          <a:p>
            <a:r>
              <a:rPr lang="en-US"/>
              <a:t>Use for first access, but check important documents with a trusted person or accessible source.</a:t>
            </a:r>
          </a:p>
          <a:p>
            <a:r>
              <a:rPr lang="en-US" b="1"/>
              <a:t>Product/barcode reading</a:t>
            </a:r>
            <a:endParaRPr lang="en-US"/>
          </a:p>
          <a:p>
            <a:r>
              <a:rPr lang="en-US"/>
              <a:t>Product information may be incomplete or unavailable. Packaging changes may not match database information.</a:t>
            </a:r>
          </a:p>
          <a:p>
            <a:r>
              <a:rPr lang="en-US"/>
              <a:t>Do not rely on it for allergens, expiry dates, or medicine instructions.</a:t>
            </a:r>
          </a:p>
          <a:p>
            <a:r>
              <a:rPr lang="en-US" b="1"/>
              <a:t>Currency recognition</a:t>
            </a:r>
            <a:endParaRPr lang="en-US"/>
          </a:p>
          <a:p>
            <a:r>
              <a:rPr lang="en-US"/>
              <a:t>Folded, torn, old, or unfamiliar notes may be misidentified.</a:t>
            </a:r>
          </a:p>
          <a:p>
            <a:r>
              <a:rPr lang="en-US"/>
              <a:t>Verify large-value transactions.</a:t>
            </a:r>
          </a:p>
          <a:p>
            <a:r>
              <a:rPr lang="en-US" b="1" err="1"/>
              <a:t>Colour</a:t>
            </a:r>
            <a:r>
              <a:rPr lang="en-US" b="1"/>
              <a:t> recognition</a:t>
            </a:r>
            <a:endParaRPr lang="en-US"/>
          </a:p>
          <a:p>
            <a:r>
              <a:rPr lang="en-US"/>
              <a:t>It identifies perceived </a:t>
            </a:r>
            <a:r>
              <a:rPr lang="en-US" err="1"/>
              <a:t>colour</a:t>
            </a:r>
            <a:r>
              <a:rPr lang="en-US"/>
              <a:t>, which can change with lighting and camera angle.</a:t>
            </a:r>
          </a:p>
          <a:p>
            <a:r>
              <a:rPr lang="en-US"/>
              <a:t>Use as guidance, not as exact confirmation.</a:t>
            </a:r>
          </a:p>
          <a:p>
            <a:r>
              <a:rPr lang="en-US" b="1"/>
              <a:t>Scene description</a:t>
            </a:r>
            <a:endParaRPr lang="en-US"/>
          </a:p>
          <a:p>
            <a:r>
              <a:rPr lang="en-US"/>
              <a:t>Scene descriptions may be general and may miss obstacles, people movement, danger, or important details.</a:t>
            </a:r>
          </a:p>
          <a:p>
            <a:r>
              <a:rPr lang="en-US"/>
              <a:t>Do not use it for road crossing or safety-critical navigation.</a:t>
            </a:r>
          </a:p>
          <a:p>
            <a:r>
              <a:rPr lang="en-US" b="1"/>
              <a:t>Person description</a:t>
            </a:r>
            <a:endParaRPr lang="en-US"/>
          </a:p>
          <a:p>
            <a:r>
              <a:rPr lang="en-US"/>
              <a:t>Describing age, emotion, appearance, or identity can be unreliable or sensitive.</a:t>
            </a:r>
          </a:p>
          <a:p>
            <a:r>
              <a:rPr lang="en-US"/>
              <a:t>Avoid using it for identity confirmation or sensitive judgments.</a:t>
            </a:r>
          </a:p>
          <a:p>
            <a:br>
              <a:rPr lang="en-US"/>
            </a:br>
            <a:endParaRPr lang="en-US"/>
          </a:p>
          <a:p>
            <a:r>
              <a:rPr lang="en-US"/>
              <a:t>3. Be My AI: risks and limitations</a:t>
            </a:r>
          </a:p>
          <a:p>
            <a:r>
              <a:rPr lang="en-US"/>
              <a:t>Be My AI can describe photos and answer follow-up questions, and users can still move from AI support to a human volunteer when needed. </a:t>
            </a:r>
          </a:p>
          <a:p>
            <a:pPr algn="ctr"/>
            <a:r>
              <a:rPr lang="en-US" b="1"/>
              <a:t>Area</a:t>
            </a:r>
            <a:endParaRPr lang="en-US"/>
          </a:p>
          <a:p>
            <a:pPr algn="ctr"/>
            <a:r>
              <a:rPr lang="en-US" b="1"/>
              <a:t>Risk / limitation</a:t>
            </a:r>
            <a:endParaRPr lang="en-US"/>
          </a:p>
          <a:p>
            <a:pPr algn="ctr"/>
            <a:r>
              <a:rPr lang="en-US" b="1"/>
              <a:t>What VI users should do</a:t>
            </a:r>
            <a:endParaRPr lang="en-US"/>
          </a:p>
          <a:p>
            <a:r>
              <a:rPr lang="en-US" b="1"/>
              <a:t>Photo description</a:t>
            </a:r>
            <a:endParaRPr lang="en-US"/>
          </a:p>
          <a:p>
            <a:r>
              <a:rPr lang="en-US"/>
              <a:t>It may describe people, places, objects, or facts incorrectly.</a:t>
            </a:r>
          </a:p>
          <a:p>
            <a:r>
              <a:rPr lang="en-US"/>
              <a:t>Ask follow-up questions and verify important details.</a:t>
            </a:r>
          </a:p>
          <a:p>
            <a:r>
              <a:rPr lang="en-US" b="1"/>
              <a:t>Follow-up answers</a:t>
            </a:r>
            <a:endParaRPr lang="en-US"/>
          </a:p>
          <a:p>
            <a:r>
              <a:rPr lang="en-US"/>
              <a:t>The answer may sound confident but still be wrong.</a:t>
            </a:r>
          </a:p>
          <a:p>
            <a:r>
              <a:rPr lang="en-US"/>
              <a:t>Treat it as a helpful guess, not final truth.</a:t>
            </a:r>
          </a:p>
          <a:p>
            <a:r>
              <a:rPr lang="en-US" b="1"/>
              <a:t>Medicines and safety</a:t>
            </a:r>
            <a:endParaRPr lang="en-US"/>
          </a:p>
          <a:p>
            <a:r>
              <a:rPr lang="en-US"/>
              <a:t>Be My Eyes advises users not to use Be My AI for medicines, dosages, or safety issues.</a:t>
            </a:r>
          </a:p>
          <a:p>
            <a:r>
              <a:rPr lang="en-US"/>
              <a:t>Use a pharmacist, doctor, caregiver, teacher, or volunteer.</a:t>
            </a:r>
          </a:p>
          <a:p>
            <a:r>
              <a:rPr lang="en-US" b="1"/>
              <a:t>Privacy</a:t>
            </a:r>
            <a:endParaRPr lang="en-US"/>
          </a:p>
          <a:p>
            <a:r>
              <a:rPr lang="en-US"/>
              <a:t>Photos and questions submitted to Be My AI are processed to provide the service.</a:t>
            </a:r>
          </a:p>
          <a:p>
            <a:r>
              <a:rPr lang="en-US"/>
              <a:t>Avoid uploading student faces, IDs, certificates, medical information, confidential documents, or private locations.</a:t>
            </a:r>
          </a:p>
          <a:p>
            <a:r>
              <a:rPr lang="en-US" b="1"/>
              <a:t>Human support still needed</a:t>
            </a:r>
            <a:endParaRPr lang="en-US"/>
          </a:p>
          <a:p>
            <a:r>
              <a:rPr lang="en-US"/>
              <a:t>AI may not understand sensitive or complex situations.</a:t>
            </a:r>
          </a:p>
          <a:p>
            <a:r>
              <a:rPr lang="en-US"/>
              <a:t>Use the volunteer option when human judgment is needed.</a:t>
            </a:r>
          </a:p>
          <a:p>
            <a:br>
              <a:rPr lang="en-US"/>
            </a:br>
            <a:endParaRPr lang="en-US"/>
          </a:p>
          <a:p>
            <a:r>
              <a:rPr lang="en-US"/>
              <a:t>4. Copilot: risks and limitations</a:t>
            </a:r>
          </a:p>
          <a:p>
            <a:r>
              <a:rPr lang="en-US"/>
              <a:t>Copilot can help VI users with writing, </a:t>
            </a:r>
            <a:r>
              <a:rPr lang="en-US" err="1"/>
              <a:t>summarising</a:t>
            </a:r>
            <a:r>
              <a:rPr lang="en-US"/>
              <a:t>, explaining, translation, brainstorming, and document understanding. But Microsoft clearly states that Copilot can make mistakes and that users should validate output before acting on it. </a:t>
            </a:r>
          </a:p>
          <a:p>
            <a:pPr algn="ctr"/>
            <a:r>
              <a:rPr lang="en-US" b="1"/>
              <a:t>Area</a:t>
            </a:r>
            <a:endParaRPr lang="en-US"/>
          </a:p>
          <a:p>
            <a:pPr algn="ctr"/>
            <a:r>
              <a:rPr lang="en-US" b="1"/>
              <a:t>Risk / limitation</a:t>
            </a:r>
            <a:endParaRPr lang="en-US"/>
          </a:p>
          <a:p>
            <a:pPr algn="ctr"/>
            <a:r>
              <a:rPr lang="en-US" b="1"/>
              <a:t>What VI users should do</a:t>
            </a:r>
            <a:endParaRPr lang="en-US"/>
          </a:p>
          <a:p>
            <a:r>
              <a:rPr lang="en-US" b="1"/>
              <a:t>Facts and explanations</a:t>
            </a:r>
            <a:endParaRPr lang="en-US"/>
          </a:p>
          <a:p>
            <a:r>
              <a:rPr lang="en-US"/>
              <a:t>It may give incomplete, inaccurate, or fabricated answers.</a:t>
            </a:r>
          </a:p>
          <a:p>
            <a:r>
              <a:rPr lang="en-US"/>
              <a:t>Ask for sources and verify with trusted material.</a:t>
            </a:r>
          </a:p>
          <a:p>
            <a:r>
              <a:rPr lang="en-US" b="1"/>
              <a:t>Reports and summaries</a:t>
            </a:r>
            <a:endParaRPr lang="en-US"/>
          </a:p>
          <a:p>
            <a:r>
              <a:rPr lang="en-US"/>
              <a:t>It may omit key points or change the meaning.</a:t>
            </a:r>
          </a:p>
          <a:p>
            <a:r>
              <a:rPr lang="en-US"/>
              <a:t>Compare with the original document before using.</a:t>
            </a:r>
          </a:p>
          <a:p>
            <a:r>
              <a:rPr lang="en-US" b="1"/>
              <a:t>Translation</a:t>
            </a:r>
            <a:endParaRPr lang="en-US"/>
          </a:p>
          <a:p>
            <a:r>
              <a:rPr lang="en-US"/>
              <a:t>It may translate words but miss local context, disability-sensitive language, or educational meaning.</a:t>
            </a:r>
          </a:p>
          <a:p>
            <a:r>
              <a:rPr lang="en-US"/>
              <a:t>Human review is needed before circulation.</a:t>
            </a:r>
          </a:p>
          <a:p>
            <a:r>
              <a:rPr lang="en-US" b="1"/>
              <a:t>Data privacy</a:t>
            </a:r>
            <a:endParaRPr lang="en-US"/>
          </a:p>
          <a:p>
            <a:r>
              <a:rPr lang="en-US"/>
              <a:t>Prompts, files, images, voice, screen or camera content may be processed depending on the Copilot version and account type.</a:t>
            </a:r>
          </a:p>
          <a:p>
            <a:r>
              <a:rPr lang="en-US"/>
              <a:t>Do not enter confidential student, teacher, HR, finance, or donor information into public tools.</a:t>
            </a:r>
          </a:p>
          <a:p>
            <a:r>
              <a:rPr lang="en-US" b="1"/>
              <a:t>Decision-making</a:t>
            </a:r>
            <a:endParaRPr lang="en-US"/>
          </a:p>
          <a:p>
            <a:r>
              <a:rPr lang="en-US"/>
              <a:t>It may make recommendations that sound professional but are not suitable.</a:t>
            </a:r>
          </a:p>
          <a:p>
            <a:r>
              <a:rPr lang="en-US"/>
              <a:t>Use human judgment for final decisions.</a:t>
            </a:r>
          </a:p>
          <a:p>
            <a:r>
              <a:rPr lang="en-US" b="1"/>
              <a:t>Voice input</a:t>
            </a:r>
            <a:endParaRPr lang="en-US"/>
          </a:p>
          <a:p>
            <a:r>
              <a:rPr lang="en-US"/>
              <a:t>Speech quality, background noise, accent, and vocabulary may affect how well Copilot understands the user.</a:t>
            </a:r>
          </a:p>
          <a:p>
            <a:r>
              <a:rPr lang="en-US"/>
              <a:t>Check the prompt before trusting the answer.</a:t>
            </a:r>
          </a:p>
          <a:p>
            <a:br>
              <a:rPr lang="en-US"/>
            </a:br>
            <a:endParaRPr lang="en-US"/>
          </a:p>
          <a:p>
            <a:r>
              <a:rPr lang="en-US"/>
              <a:t>Simple safety rule for VI users</a:t>
            </a:r>
          </a:p>
          <a:p>
            <a:r>
              <a:rPr lang="en-US" b="1"/>
              <a:t>Use AI for first access, not final confirmation.</a:t>
            </a:r>
            <a:endParaRPr lang="en-US"/>
          </a:p>
          <a:p>
            <a:r>
              <a:rPr lang="en-US"/>
              <a:t>A good habit is:</a:t>
            </a:r>
          </a:p>
          <a:p>
            <a:r>
              <a:rPr lang="en-US" b="1"/>
              <a:t>Pause – Check – Verify – Decide</a:t>
            </a:r>
            <a:endParaRPr lang="en-US"/>
          </a:p>
          <a:p>
            <a:r>
              <a:rPr lang="en-US" b="1"/>
              <a:t>Pause:</a:t>
            </a:r>
            <a:r>
              <a:rPr lang="en-US"/>
              <a:t> Is this a low-risk or high-risk task?</a:t>
            </a:r>
            <a:br>
              <a:rPr lang="en-US">
                <a:cs typeface="+mn-lt"/>
              </a:rPr>
            </a:br>
            <a:r>
              <a:rPr lang="en-US"/>
              <a:t> </a:t>
            </a:r>
            <a:r>
              <a:rPr lang="en-US" b="1"/>
              <a:t>Check:</a:t>
            </a:r>
            <a:r>
              <a:rPr lang="en-US"/>
              <a:t> Does the output sound complete and sensible?</a:t>
            </a:r>
            <a:br>
              <a:rPr lang="en-US">
                <a:cs typeface="+mn-lt"/>
              </a:rPr>
            </a:br>
            <a:r>
              <a:rPr lang="en-US"/>
              <a:t> </a:t>
            </a:r>
            <a:r>
              <a:rPr lang="en-US" b="1"/>
              <a:t>Verify:</a:t>
            </a:r>
            <a:r>
              <a:rPr lang="en-US"/>
              <a:t> Can I confirm it with another source, tool, teacher, volunteer, or trusted person?</a:t>
            </a:r>
            <a:br>
              <a:rPr lang="en-US">
                <a:cs typeface="+mn-lt"/>
              </a:rPr>
            </a:br>
            <a:r>
              <a:rPr lang="en-US"/>
              <a:t> </a:t>
            </a:r>
            <a:r>
              <a:rPr lang="en-US" b="1"/>
              <a:t>Decide:</a:t>
            </a:r>
            <a:r>
              <a:rPr lang="en-US"/>
              <a:t> Should I use it, correct it, or reject it?</a:t>
            </a:r>
          </a:p>
          <a:p>
            <a:r>
              <a:rPr lang="en-US"/>
              <a:t>One-line message for training</a:t>
            </a:r>
          </a:p>
          <a:p>
            <a:r>
              <a:rPr lang="en-US" b="1"/>
              <a:t>AI can describe, read, explain and support independence, but it can also make confident mistakes. For important information, always verify before acting.</a:t>
            </a:r>
          </a:p>
          <a:p>
            <a:endParaRPr lang="en-US"/>
          </a:p>
        </p:txBody>
      </p:sp>
      <p:sp>
        <p:nvSpPr>
          <p:cNvPr id="4" name="Slide Number Placeholder 3"/>
          <p:cNvSpPr>
            <a:spLocks noGrp="1"/>
          </p:cNvSpPr>
          <p:nvPr>
            <p:ph type="sldNum" sz="quarter" idx="5"/>
          </p:nvPr>
        </p:nvSpPr>
        <p:spPr/>
        <p:txBody>
          <a:bodyPr/>
          <a:lstStyle/>
          <a:p>
            <a:fld id="{C453AED3-0772-43EB-951B-DC25393A8554}" type="slidenum">
              <a:rPr lang="en-US" smtClean="0"/>
              <a:t>35</a:t>
            </a:fld>
            <a:endParaRPr lang="en-US"/>
          </a:p>
        </p:txBody>
      </p:sp>
    </p:spTree>
    <p:extLst>
      <p:ext uri="{BB962C8B-B14F-4D97-AF65-F5344CB8AC3E}">
        <p14:creationId xmlns:p14="http://schemas.microsoft.com/office/powerpoint/2010/main" val="4613652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Have you listened to anything negative about AI</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8E8AE8A3-460D-4833-9EB4-D35A956DB0D7}" type="slidenum">
              <a:rPr lang="en-US"/>
              <a:t>36</a:t>
            </a:fld>
            <a:endParaRPr lang="en-US"/>
          </a:p>
        </p:txBody>
      </p:sp>
    </p:spTree>
    <p:extLst>
      <p:ext uri="{BB962C8B-B14F-4D97-AF65-F5344CB8AC3E}">
        <p14:creationId xmlns:p14="http://schemas.microsoft.com/office/powerpoint/2010/main" val="3818336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9/8/2026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pn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bemyeyes.com/"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youtube.com/watch?v=xZgO4QBKGrU&amp;list=PLE5Q6U3y6x5boMKBiqa0ZuvX-kDdp5nOn" TargetMode="Externa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4.png"/><Relationship Id="rId7" Type="http://schemas.openxmlformats.org/officeDocument/2006/relationships/customXml" Target="../ink/ink2.xml"/><Relationship Id="rId12" Type="http://schemas.openxmlformats.org/officeDocument/2006/relationships/image" Target="../media/image19.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customXml" Target="../ink/ink4.xml"/><Relationship Id="rId5" Type="http://schemas.openxmlformats.org/officeDocument/2006/relationships/customXml" Target="../ink/ink1.xml"/><Relationship Id="rId10" Type="http://schemas.openxmlformats.org/officeDocument/2006/relationships/image" Target="../media/image18.png"/><Relationship Id="rId4" Type="http://schemas.openxmlformats.org/officeDocument/2006/relationships/image" Target="../media/image15.png"/><Relationship Id="rId9" Type="http://schemas.openxmlformats.org/officeDocument/2006/relationships/customXml" Target="../ink/ink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6063C-3453-9878-D7FB-0560B0FB5D24}"/>
              </a:ext>
            </a:extLst>
          </p:cNvPr>
          <p:cNvSpPr>
            <a:spLocks noGrp="1"/>
          </p:cNvSpPr>
          <p:nvPr>
            <p:ph type="ctrTitle"/>
          </p:nvPr>
        </p:nvSpPr>
        <p:spPr>
          <a:xfrm>
            <a:off x="206391" y="376728"/>
            <a:ext cx="12039903" cy="1021751"/>
          </a:xfrm>
        </p:spPr>
        <p:txBody>
          <a:bodyPr>
            <a:normAutofit/>
          </a:bodyPr>
          <a:lstStyle/>
          <a:p>
            <a:r>
              <a:rPr lang="en-US" sz="5400"/>
              <a:t>Vision Empower Trust AI Skilling Program </a:t>
            </a:r>
          </a:p>
        </p:txBody>
      </p:sp>
      <p:sp>
        <p:nvSpPr>
          <p:cNvPr id="3" name="Subtitle 2">
            <a:extLst>
              <a:ext uri="{FF2B5EF4-FFF2-40B4-BE49-F238E27FC236}">
                <a16:creationId xmlns:a16="http://schemas.microsoft.com/office/drawing/2014/main" id="{0A37B741-42E9-DA37-7642-16595A6D170B}"/>
              </a:ext>
            </a:extLst>
          </p:cNvPr>
          <p:cNvSpPr>
            <a:spLocks noGrp="1"/>
          </p:cNvSpPr>
          <p:nvPr>
            <p:ph type="subTitle" idx="1"/>
          </p:nvPr>
        </p:nvSpPr>
        <p:spPr>
          <a:xfrm>
            <a:off x="74333" y="1714801"/>
            <a:ext cx="12047584" cy="3075261"/>
          </a:xfrm>
        </p:spPr>
        <p:txBody>
          <a:bodyPr vert="horz" lIns="91440" tIns="45720" rIns="91440" bIns="45720" rtlCol="0" anchor="t">
            <a:normAutofit/>
          </a:bodyPr>
          <a:lstStyle/>
          <a:p>
            <a:r>
              <a:rPr lang="en-US" sz="3600" b="1">
                <a:solidFill>
                  <a:srgbClr val="7030A0"/>
                </a:solidFill>
                <a:ea typeface="+mn-lt"/>
                <a:cs typeface="+mn-lt"/>
              </a:rPr>
              <a:t>Introducing </a:t>
            </a:r>
            <a:endParaRPr lang="en-US"/>
          </a:p>
          <a:p>
            <a:r>
              <a:rPr lang="en-US" sz="3600" b="1">
                <a:solidFill>
                  <a:srgbClr val="7030A0"/>
                </a:solidFill>
                <a:ea typeface="+mn-lt"/>
                <a:cs typeface="+mn-lt"/>
              </a:rPr>
              <a:t>A) Artificial Intelligence</a:t>
            </a:r>
            <a:endParaRPr lang="en-US">
              <a:solidFill>
                <a:srgbClr val="000000"/>
              </a:solidFill>
              <a:ea typeface="+mn-lt"/>
              <a:cs typeface="+mn-lt"/>
            </a:endParaRPr>
          </a:p>
          <a:p>
            <a:r>
              <a:rPr lang="en-US" sz="3600" b="1">
                <a:solidFill>
                  <a:srgbClr val="7030A0"/>
                </a:solidFill>
                <a:ea typeface="+mn-lt"/>
                <a:cs typeface="+mn-lt"/>
              </a:rPr>
              <a:t>B) AI in Education with Teacher In The Loop </a:t>
            </a:r>
            <a:endParaRPr lang="en-US">
              <a:solidFill>
                <a:srgbClr val="000000"/>
              </a:solidFill>
              <a:ea typeface="+mn-lt"/>
              <a:cs typeface="+mn-lt"/>
            </a:endParaRPr>
          </a:p>
          <a:p>
            <a:r>
              <a:rPr lang="en-US" sz="3600" b="1">
                <a:solidFill>
                  <a:srgbClr val="7030A0"/>
                </a:solidFill>
                <a:ea typeface="+mn-lt"/>
                <a:cs typeface="+mn-lt"/>
              </a:rPr>
              <a:t>C) Some useful AI Applications</a:t>
            </a:r>
          </a:p>
          <a:p>
            <a:r>
              <a:rPr lang="en-US" sz="3600" b="1">
                <a:solidFill>
                  <a:srgbClr val="7030A0"/>
                </a:solidFill>
                <a:ea typeface="+mn-lt"/>
                <a:cs typeface="+mn-lt"/>
              </a:rPr>
              <a:t>D) Responsible, Informed, Conscious (RIC) Use of AI </a:t>
            </a:r>
            <a:endParaRPr lang="en-US" sz="3600" b="1">
              <a:solidFill>
                <a:srgbClr val="7030A0"/>
              </a:solidFill>
            </a:endParaRPr>
          </a:p>
        </p:txBody>
      </p:sp>
      <p:sp>
        <p:nvSpPr>
          <p:cNvPr id="4" name="object 3">
            <a:extLst>
              <a:ext uri="{FF2B5EF4-FFF2-40B4-BE49-F238E27FC236}">
                <a16:creationId xmlns:a16="http://schemas.microsoft.com/office/drawing/2014/main" id="{AB3DCA17-06EC-8695-8230-CE2D1583EB49}"/>
              </a:ext>
            </a:extLst>
          </p:cNvPr>
          <p:cNvSpPr/>
          <p:nvPr/>
        </p:nvSpPr>
        <p:spPr>
          <a:xfrm>
            <a:off x="5467950" y="5522535"/>
            <a:ext cx="1256100" cy="1339847"/>
          </a:xfrm>
          <a:prstGeom prst="rect">
            <a:avLst/>
          </a:prstGeom>
          <a:blipFill>
            <a:blip r:embed="rId2"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200"/>
          </a:p>
        </p:txBody>
      </p:sp>
      <p:pic>
        <p:nvPicPr>
          <p:cNvPr id="5" name="Graphic 3">
            <a:extLst>
              <a:ext uri="{FF2B5EF4-FFF2-40B4-BE49-F238E27FC236}">
                <a16:creationId xmlns:a16="http://schemas.microsoft.com/office/drawing/2014/main" id="{8F632B84-A3E8-097F-7CEF-455705C51393}"/>
              </a:ext>
            </a:extLst>
          </p:cNvPr>
          <p:cNvPicPr>
            <a:picLocks noChangeAspect="1"/>
          </p:cNvPicPr>
          <p:nvPr/>
        </p:nvPicPr>
        <p:blipFill rotWithShape="1">
          <a:blip>
            <a:extLst>
              <a:ext uri="{96DAC541-7B7A-43D3-8B79-37D633B846F1}">
                <asvg:svgBlip xmlns:asvg="http://schemas.microsoft.com/office/drawing/2016/SVG/main" r:embed="rId3"/>
              </a:ext>
            </a:extLst>
          </a:blip>
          <a:srcRect t="34894" b="34111"/>
          <a:stretch/>
        </p:blipFill>
        <p:spPr>
          <a:xfrm>
            <a:off x="8198252" y="5774612"/>
            <a:ext cx="3863468" cy="855341"/>
          </a:xfrm>
          <a:prstGeom prst="rect">
            <a:avLst/>
          </a:prstGeom>
        </p:spPr>
      </p:pic>
      <p:pic>
        <p:nvPicPr>
          <p:cNvPr id="7" name="Picture 6">
            <a:extLst>
              <a:ext uri="{FF2B5EF4-FFF2-40B4-BE49-F238E27FC236}">
                <a16:creationId xmlns:a16="http://schemas.microsoft.com/office/drawing/2014/main" id="{ACE1CDDB-276E-EFDC-9A71-AE2F576A1A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0380" y="5770580"/>
            <a:ext cx="3210560" cy="832905"/>
          </a:xfrm>
          <a:prstGeom prst="rect">
            <a:avLst/>
          </a:prstGeom>
        </p:spPr>
      </p:pic>
    </p:spTree>
    <p:extLst>
      <p:ext uri="{BB962C8B-B14F-4D97-AF65-F5344CB8AC3E}">
        <p14:creationId xmlns:p14="http://schemas.microsoft.com/office/powerpoint/2010/main" val="1479565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CFBCD-1744-8518-3B34-9E507C606E1C}"/>
              </a:ext>
            </a:extLst>
          </p:cNvPr>
          <p:cNvSpPr>
            <a:spLocks noGrp="1"/>
          </p:cNvSpPr>
          <p:nvPr>
            <p:ph type="title"/>
          </p:nvPr>
        </p:nvSpPr>
        <p:spPr>
          <a:xfrm>
            <a:off x="411480" y="182880"/>
            <a:ext cx="11369040" cy="685800"/>
          </a:xfrm>
        </p:spPr>
        <p:txBody>
          <a:bodyPr wrap="square">
            <a:noAutofit/>
          </a:bodyPr>
          <a:lstStyle/>
          <a:p>
            <a:pPr algn="l">
              <a:defRPr sz="3600" b="1">
                <a:latin typeface="Calibri Light"/>
              </a:defRPr>
            </a:pPr>
            <a:r>
              <a:rPr lang="en-US" sz="3600" b="1">
                <a:latin typeface="Calibri Light"/>
              </a:rPr>
              <a:t>Ice Breaker – Thinking about different technologies</a:t>
            </a:r>
            <a:endParaRPr lang="en-US"/>
          </a:p>
        </p:txBody>
      </p:sp>
      <p:sp>
        <p:nvSpPr>
          <p:cNvPr id="3" name="Content Placeholder 2">
            <a:extLst>
              <a:ext uri="{FF2B5EF4-FFF2-40B4-BE49-F238E27FC236}">
                <a16:creationId xmlns:a16="http://schemas.microsoft.com/office/drawing/2014/main" id="{40E18F22-48E6-E01A-F6E5-C8AF4A553FCF}"/>
              </a:ext>
            </a:extLst>
          </p:cNvPr>
          <p:cNvSpPr>
            <a:spLocks noGrp="1"/>
          </p:cNvSpPr>
          <p:nvPr>
            <p:ph idx="1"/>
          </p:nvPr>
        </p:nvSpPr>
        <p:spPr>
          <a:xfrm>
            <a:off x="640080" y="1097280"/>
            <a:ext cx="10911840" cy="5349240"/>
          </a:xfrm>
        </p:spPr>
        <p:txBody>
          <a:bodyPr vert="horz" wrap="square" lIns="91440" tIns="45720" rIns="91440" bIns="45720" rtlCol="0" anchor="t">
            <a:normAutofit/>
          </a:bodyPr>
          <a:lstStyle/>
          <a:p>
            <a:pPr marL="0" indent="0">
              <a:buNone/>
              <a:defRPr sz="2400" b="0">
                <a:latin typeface="Calibri Light"/>
              </a:defRPr>
            </a:pPr>
            <a:r>
              <a:rPr lang="en-US" sz="2400" b="1">
                <a:latin typeface="Calibri Light"/>
                <a:ea typeface="+mn-lt"/>
                <a:cs typeface="+mn-lt"/>
              </a:rPr>
              <a:t>Objective</a:t>
            </a:r>
            <a:endParaRPr lang="en-US" b="1"/>
          </a:p>
          <a:p>
            <a:pPr>
              <a:defRPr sz="2400" b="0">
                <a:latin typeface="Calibri Light"/>
              </a:defRPr>
            </a:pPr>
            <a:r>
              <a:rPr lang="en-US" sz="2400" b="0">
                <a:latin typeface="Calibri Light"/>
                <a:ea typeface="+mn-lt"/>
                <a:cs typeface="+mn-lt"/>
              </a:rPr>
              <a:t>Recall technologies and the problems they solve. </a:t>
            </a:r>
          </a:p>
          <a:p>
            <a:pPr>
              <a:defRPr sz="2400" b="0">
                <a:latin typeface="Calibri Light"/>
              </a:defRPr>
            </a:pPr>
            <a:r>
              <a:rPr lang="en-US" sz="2400" b="0">
                <a:latin typeface="Calibri Light"/>
                <a:ea typeface="+mn-lt"/>
                <a:cs typeface="+mn-lt"/>
              </a:rPr>
              <a:t>Reflect on the following:</a:t>
            </a:r>
            <a:endParaRPr lang="en-US">
              <a:ea typeface="+mn-lt"/>
              <a:cs typeface="+mn-lt"/>
            </a:endParaRPr>
          </a:p>
          <a:p>
            <a:pPr lvl="1">
              <a:buFont typeface="Courier New" panose="020B0604020202020204" pitchFamily="34" charset="0"/>
              <a:buChar char="o"/>
              <a:defRPr sz="2200" b="0">
                <a:latin typeface="Calibri Light"/>
              </a:defRPr>
            </a:pPr>
            <a:r>
              <a:rPr lang="en-US" sz="2200" b="0">
                <a:latin typeface="Calibri Light"/>
                <a:ea typeface="+mn-lt"/>
                <a:cs typeface="+mn-lt"/>
              </a:rPr>
              <a:t>What problem did it solve?</a:t>
            </a:r>
          </a:p>
          <a:p>
            <a:pPr lvl="1">
              <a:buFont typeface="Courier New" panose="020B0604020202020204" pitchFamily="34" charset="0"/>
              <a:buChar char="o"/>
              <a:defRPr sz="2200" b="0">
                <a:latin typeface="Calibri Light"/>
              </a:defRPr>
            </a:pPr>
            <a:r>
              <a:rPr lang="en-US" sz="2200" b="0">
                <a:latin typeface="Calibri Light"/>
                <a:ea typeface="+mn-lt"/>
                <a:cs typeface="+mn-lt"/>
              </a:rPr>
              <a:t>How does it help today? </a:t>
            </a:r>
          </a:p>
          <a:p>
            <a:pPr marL="0" indent="0">
              <a:buNone/>
              <a:defRPr sz="2400" b="0">
                <a:latin typeface="Calibri Light"/>
              </a:defRPr>
            </a:pPr>
            <a:r>
              <a:rPr lang="en-US" sz="2400" b="1">
                <a:latin typeface="Calibri Light"/>
                <a:ea typeface="+mn-lt"/>
                <a:cs typeface="+mn-lt"/>
              </a:rPr>
              <a:t>Key Takeaway</a:t>
            </a:r>
          </a:p>
          <a:p>
            <a:pPr>
              <a:defRPr sz="2400" b="0">
                <a:latin typeface="Calibri Light"/>
              </a:defRPr>
            </a:pPr>
            <a:r>
              <a:rPr lang="en-US" sz="2400" b="0">
                <a:latin typeface="Calibri Light"/>
                <a:ea typeface="+mn-lt"/>
                <a:cs typeface="+mn-lt"/>
              </a:rPr>
              <a:t>Technology has evolved from the Abacus to AI, making life, learning, and accessibility easier.</a:t>
            </a:r>
            <a:endParaRPr lang="en-US"/>
          </a:p>
          <a:p>
            <a:pPr>
              <a:defRPr sz="2400" b="0">
                <a:latin typeface="Calibri Light"/>
              </a:defRPr>
            </a:pPr>
            <a:r>
              <a:rPr lang="en-US" sz="2400" b="0">
                <a:latin typeface="Calibri Light"/>
              </a:rPr>
              <a:t>Some technologies are not present anymore, they have evolved and other tools have taken their place</a:t>
            </a:r>
          </a:p>
          <a:p>
            <a:pPr>
              <a:defRPr sz="2400" b="0">
                <a:latin typeface="Calibri Light"/>
              </a:defRPr>
            </a:pPr>
            <a:endParaRPr lang="en-US"/>
          </a:p>
        </p:txBody>
      </p:sp>
    </p:spTree>
    <p:extLst>
      <p:ext uri="{BB962C8B-B14F-4D97-AF65-F5344CB8AC3E}">
        <p14:creationId xmlns:p14="http://schemas.microsoft.com/office/powerpoint/2010/main" val="245070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476FF-652A-988E-A326-EFA26F355948}"/>
              </a:ext>
            </a:extLst>
          </p:cNvPr>
          <p:cNvSpPr>
            <a:spLocks noGrp="1"/>
          </p:cNvSpPr>
          <p:nvPr>
            <p:ph type="title"/>
          </p:nvPr>
        </p:nvSpPr>
        <p:spPr>
          <a:xfrm>
            <a:off x="584974" y="2268"/>
            <a:ext cx="10515600" cy="955449"/>
          </a:xfrm>
        </p:spPr>
        <p:txBody>
          <a:bodyPr>
            <a:normAutofit/>
          </a:bodyPr>
          <a:lstStyle/>
          <a:p>
            <a:r>
              <a:rPr lang="en-US" sz="3600"/>
              <a:t>Agenda</a:t>
            </a:r>
          </a:p>
        </p:txBody>
      </p:sp>
      <p:graphicFrame>
        <p:nvGraphicFramePr>
          <p:cNvPr id="5" name="Content Placeholder 4">
            <a:extLst>
              <a:ext uri="{FF2B5EF4-FFF2-40B4-BE49-F238E27FC236}">
                <a16:creationId xmlns:a16="http://schemas.microsoft.com/office/drawing/2014/main" id="{D79B3E9A-A26D-D7D3-6421-654A8AF6D9E2}"/>
              </a:ext>
            </a:extLst>
          </p:cNvPr>
          <p:cNvGraphicFramePr>
            <a:graphicFrameLocks noGrp="1"/>
          </p:cNvGraphicFramePr>
          <p:nvPr>
            <p:ph idx="1"/>
            <p:extLst>
              <p:ext uri="{D42A27DB-BD31-4B8C-83A1-F6EECF244321}">
                <p14:modId xmlns:p14="http://schemas.microsoft.com/office/powerpoint/2010/main" val="2344598149"/>
              </p:ext>
            </p:extLst>
          </p:nvPr>
        </p:nvGraphicFramePr>
        <p:xfrm>
          <a:off x="589471" y="963283"/>
          <a:ext cx="11415106" cy="5491082"/>
        </p:xfrm>
        <a:graphic>
          <a:graphicData uri="http://schemas.openxmlformats.org/drawingml/2006/table">
            <a:tbl>
              <a:tblPr firstRow="1" firstCol="1" bandRow="1"/>
              <a:tblGrid>
                <a:gridCol w="2344967">
                  <a:extLst>
                    <a:ext uri="{9D8B030D-6E8A-4147-A177-3AD203B41FA5}">
                      <a16:colId xmlns:a16="http://schemas.microsoft.com/office/drawing/2014/main" val="3275682066"/>
                    </a:ext>
                  </a:extLst>
                </a:gridCol>
                <a:gridCol w="9070139">
                  <a:extLst>
                    <a:ext uri="{9D8B030D-6E8A-4147-A177-3AD203B41FA5}">
                      <a16:colId xmlns:a16="http://schemas.microsoft.com/office/drawing/2014/main" val="290600863"/>
                    </a:ext>
                  </a:extLst>
                </a:gridCol>
              </a:tblGrid>
              <a:tr h="512218">
                <a:tc>
                  <a:txBody>
                    <a:bodyPr/>
                    <a:lstStyle/>
                    <a:p>
                      <a:pPr marL="0" marR="0" lvl="0">
                        <a:lnSpc>
                          <a:spcPct val="114999"/>
                        </a:lnSpc>
                        <a:spcAft>
                          <a:spcPts val="100"/>
                        </a:spcAft>
                        <a:buNone/>
                      </a:pPr>
                      <a:r>
                        <a:rPr lang="en-US" sz="1800" b="1">
                          <a:solidFill>
                            <a:srgbClr val="000000"/>
                          </a:solidFill>
                          <a:effectLst/>
                          <a:latin typeface="Calibri Light"/>
                          <a:ea typeface="Calibri Light"/>
                          <a:cs typeface="Calibri Light"/>
                        </a:rPr>
                        <a:t>Item</a:t>
                      </a:r>
                      <a:endParaRPr lang="en-US" sz="1800" b="1">
                        <a:effectLst/>
                        <a:latin typeface="Calibri Light"/>
                        <a:ea typeface="Calibri Light"/>
                        <a:cs typeface="Calibri Ligh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marL="0" marR="0" lvl="0">
                        <a:lnSpc>
                          <a:spcPct val="114999"/>
                        </a:lnSpc>
                        <a:spcAft>
                          <a:spcPts val="100"/>
                        </a:spcAft>
                        <a:buNone/>
                      </a:pPr>
                      <a:r>
                        <a:rPr lang="en-US" sz="1800" b="1">
                          <a:solidFill>
                            <a:srgbClr val="000000"/>
                          </a:solidFill>
                          <a:effectLst/>
                          <a:latin typeface="Calibri Light"/>
                          <a:ea typeface="Calibri Light"/>
                          <a:cs typeface="Calibri Light"/>
                        </a:rPr>
                        <a:t>Details</a:t>
                      </a:r>
                      <a:endParaRPr lang="en-US" sz="1800" b="1">
                        <a:effectLst/>
                        <a:latin typeface="Calibri Light"/>
                        <a:ea typeface="Calibri Light"/>
                        <a:cs typeface="Calibri Ligh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extLst>
                  <a:ext uri="{0D108BD9-81ED-4DB2-BD59-A6C34878D82A}">
                    <a16:rowId xmlns:a16="http://schemas.microsoft.com/office/drawing/2014/main" val="2162743850"/>
                  </a:ext>
                </a:extLst>
              </a:tr>
              <a:tr h="460996">
                <a:tc>
                  <a:txBody>
                    <a:bodyPr/>
                    <a:lstStyle/>
                    <a:p>
                      <a:pPr marL="0" marR="0" lvl="0">
                        <a:lnSpc>
                          <a:spcPct val="114999"/>
                        </a:lnSpc>
                        <a:spcAft>
                          <a:spcPts val="100"/>
                        </a:spcAft>
                        <a:buNone/>
                      </a:pPr>
                      <a:r>
                        <a:rPr lang="en-US" sz="1800" b="0" i="0" u="none" strike="noStrike" noProof="0">
                          <a:solidFill>
                            <a:srgbClr val="000000"/>
                          </a:solidFill>
                          <a:effectLst/>
                          <a:latin typeface="Calibri Light"/>
                          <a:ea typeface="Calibri Light"/>
                          <a:cs typeface="Calibri Light"/>
                        </a:rPr>
                        <a:t>Audience</a:t>
                      </a:r>
                      <a:endParaRPr lang="en-US" sz="1800" b="0">
                        <a:latin typeface="Calibri Light"/>
                        <a:ea typeface="Calibri Light"/>
                        <a:cs typeface="Calibri Ligh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a:lnSpc>
                          <a:spcPct val="114999"/>
                        </a:lnSpc>
                        <a:spcAft>
                          <a:spcPts val="100"/>
                        </a:spcAft>
                        <a:buNone/>
                      </a:pPr>
                      <a:r>
                        <a:rPr lang="en-US" sz="1800" b="0" i="0" u="none" strike="noStrike" noProof="0">
                          <a:solidFill>
                            <a:srgbClr val="000000"/>
                          </a:solidFill>
                          <a:effectLst/>
                          <a:latin typeface="Calibri Light"/>
                          <a:ea typeface="Calibri Light"/>
                          <a:cs typeface="Calibri Light"/>
                        </a:rPr>
                        <a:t>Teachers, special educators working in inclusive classroom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85766052"/>
                  </a:ext>
                </a:extLst>
              </a:tr>
              <a:tr h="512218">
                <a:tc>
                  <a:txBody>
                    <a:bodyPr/>
                    <a:lstStyle/>
                    <a:p>
                      <a:pPr marL="0" marR="0">
                        <a:lnSpc>
                          <a:spcPct val="115000"/>
                        </a:lnSpc>
                        <a:spcAft>
                          <a:spcPts val="100"/>
                        </a:spcAft>
                        <a:buNone/>
                      </a:pPr>
                      <a:r>
                        <a:rPr lang="en-US" sz="1800" b="0">
                          <a:effectLst/>
                          <a:latin typeface="Calibri Light"/>
                          <a:ea typeface="Calibri Light"/>
                          <a:cs typeface="Calibri Light"/>
                        </a:rPr>
                        <a:t>Duration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
                        </a:spcAft>
                        <a:buNone/>
                      </a:pPr>
                      <a:r>
                        <a:rPr lang="en-US" sz="1800" b="0">
                          <a:effectLst/>
                          <a:latin typeface="Calibri Light"/>
                          <a:ea typeface="Calibri Light"/>
                          <a:cs typeface="Calibri Light"/>
                        </a:rPr>
                        <a:t>60 minutes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6108218"/>
                  </a:ext>
                </a:extLst>
              </a:tr>
              <a:tr h="512218">
                <a:tc>
                  <a:txBody>
                    <a:bodyPr/>
                    <a:lstStyle/>
                    <a:p>
                      <a:pPr marL="0" lvl="0">
                        <a:lnSpc>
                          <a:spcPct val="114999"/>
                        </a:lnSpc>
                        <a:spcAft>
                          <a:spcPts val="100"/>
                        </a:spcAft>
                        <a:buNone/>
                      </a:pPr>
                      <a:r>
                        <a:rPr lang="en-US" sz="1800" b="0">
                          <a:effectLst/>
                          <a:latin typeface="Calibri Light"/>
                          <a:ea typeface="Calibri Light"/>
                          <a:cs typeface="Calibri Light"/>
                        </a:rPr>
                        <a:t>Prerequisites</a:t>
                      </a:r>
                    </a:p>
                  </a:txBody>
                  <a:tcPr marL="68580" marR="68580" marT="0" marB="0">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lvl="0" algn="l">
                        <a:lnSpc>
                          <a:spcPct val="100000"/>
                        </a:lnSpc>
                        <a:spcBef>
                          <a:spcPts val="0"/>
                        </a:spcBef>
                        <a:spcAft>
                          <a:spcPts val="0"/>
                        </a:spcAft>
                        <a:buNone/>
                      </a:pPr>
                      <a:r>
                        <a:rPr lang="en-US" sz="1800" b="0" i="0" u="none" strike="noStrike" noProof="0">
                          <a:solidFill>
                            <a:srgbClr val="000000"/>
                          </a:solidFill>
                          <a:effectLst/>
                          <a:latin typeface="Calibri Light"/>
                          <a:ea typeface="Calibri Light"/>
                          <a:cs typeface="Calibri Light"/>
                        </a:rPr>
                        <a:t>Basic smartphone/computer familiarity; no prior AI knowledge required</a:t>
                      </a:r>
                    </a:p>
                  </a:txBody>
                  <a:tcPr marL="68580" marR="68580" marT="0" marB="0">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430322534"/>
                  </a:ext>
                </a:extLst>
              </a:tr>
              <a:tr h="496956">
                <a:tc>
                  <a:txBody>
                    <a:bodyPr/>
                    <a:lstStyle/>
                    <a:p>
                      <a:pPr marL="0" marR="0">
                        <a:lnSpc>
                          <a:spcPct val="115000"/>
                        </a:lnSpc>
                        <a:spcAft>
                          <a:spcPts val="100"/>
                        </a:spcAft>
                        <a:buNone/>
                      </a:pPr>
                      <a:r>
                        <a:rPr lang="en-US" sz="1800" b="0">
                          <a:effectLst/>
                          <a:latin typeface="Calibri Light"/>
                          <a:ea typeface="Calibri Light"/>
                          <a:cs typeface="Calibri Light"/>
                        </a:rPr>
                        <a:t>Mode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a:lnSpc>
                          <a:spcPct val="114999"/>
                        </a:lnSpc>
                        <a:spcAft>
                          <a:spcPts val="100"/>
                        </a:spcAft>
                        <a:buNone/>
                      </a:pPr>
                      <a:r>
                        <a:rPr lang="en-US" sz="1800" b="0">
                          <a:effectLst/>
                          <a:latin typeface="Calibri Light"/>
                          <a:ea typeface="Calibri Light"/>
                          <a:cs typeface="Calibri Light"/>
                        </a:rPr>
                        <a:t>Hands on </a:t>
                      </a:r>
                      <a:endParaRPr lang="en-US" sz="1800" b="0">
                        <a:latin typeface="Calibri Light"/>
                        <a:ea typeface="Calibri Light"/>
                        <a:cs typeface="Calibri Ligh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3572835"/>
                  </a:ext>
                </a:extLst>
              </a:tr>
              <a:tr h="1459822">
                <a:tc>
                  <a:txBody>
                    <a:bodyPr/>
                    <a:lstStyle/>
                    <a:p>
                      <a:pPr marL="0" marR="0">
                        <a:lnSpc>
                          <a:spcPct val="115000"/>
                        </a:lnSpc>
                        <a:spcAft>
                          <a:spcPts val="100"/>
                        </a:spcAft>
                        <a:buNone/>
                      </a:pPr>
                      <a:r>
                        <a:rPr lang="en-US" sz="1800" b="0">
                          <a:effectLst/>
                          <a:latin typeface="Calibri Light"/>
                          <a:ea typeface="Calibri Light"/>
                          <a:cs typeface="Calibri Light"/>
                        </a:rPr>
                        <a:t>Module purpose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a:lnSpc>
                          <a:spcPct val="114999"/>
                        </a:lnSpc>
                        <a:spcAft>
                          <a:spcPts val="100"/>
                        </a:spcAft>
                        <a:buNone/>
                      </a:pPr>
                      <a:r>
                        <a:rPr lang="en-US" sz="1800" b="0" i="0" u="none" strike="noStrike" noProof="0">
                          <a:solidFill>
                            <a:srgbClr val="000000"/>
                          </a:solidFill>
                          <a:effectLst/>
                          <a:latin typeface="Calibri Light"/>
                          <a:ea typeface="Calibri Light"/>
                          <a:cs typeface="Calibri Light"/>
                        </a:rPr>
                        <a:t>To introduce AI formally, explain how it differs from earlier technologies, Machine learning, Conscious AI Use,  </a:t>
                      </a:r>
                      <a:r>
                        <a:rPr lang="en-US" sz="1800" b="0" i="0" u="none" strike="noStrike" noProof="0">
                          <a:effectLst/>
                          <a:latin typeface="Calibri Light"/>
                          <a:ea typeface="Calibri Light"/>
                          <a:cs typeface="Calibri Light"/>
                        </a:rPr>
                        <a:t>Equip teachers to use AI for creating, adapting, translating, and delivering inclusive, accessible, and engaging learning experiences.</a:t>
                      </a:r>
                      <a:endParaRPr lang="en-US" sz="1800" b="0">
                        <a:latin typeface="Calibri Light"/>
                        <a:ea typeface="Calibri Light"/>
                        <a:cs typeface="Calibri Ligh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07868384"/>
                  </a:ext>
                </a:extLst>
              </a:tr>
              <a:tr h="1536654">
                <a:tc>
                  <a:txBody>
                    <a:bodyPr/>
                    <a:lstStyle/>
                    <a:p>
                      <a:pPr marL="0" marR="0">
                        <a:lnSpc>
                          <a:spcPct val="115000"/>
                        </a:lnSpc>
                        <a:spcAft>
                          <a:spcPts val="100"/>
                        </a:spcAft>
                        <a:buNone/>
                      </a:pPr>
                      <a:r>
                        <a:rPr lang="en-US" sz="1800" b="0">
                          <a:effectLst/>
                          <a:latin typeface="Calibri Light"/>
                          <a:ea typeface="Calibri Light"/>
                          <a:cs typeface="Calibri Light"/>
                        </a:rPr>
                        <a:t>Session principle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800" b="0" i="0" u="none" strike="noStrike" noProof="0">
                          <a:solidFill>
                            <a:srgbClr val="000000"/>
                          </a:solidFill>
                          <a:effectLst/>
                          <a:latin typeface="Calibri Light"/>
                          <a:ea typeface="Calibri Light"/>
                          <a:cs typeface="Calibri Light"/>
                        </a:rPr>
                        <a:t>Teacher judgement remains central. AI is an assistant for access, planning and communication; it is not a replacement for the teacher. </a:t>
                      </a:r>
                      <a:r>
                        <a:rPr lang="en-US" sz="1800" b="0" i="0" u="none" strike="noStrike" noProof="0">
                          <a:effectLst/>
                          <a:latin typeface="Calibri Light"/>
                          <a:ea typeface="Calibri Light"/>
                          <a:cs typeface="Calibri Light"/>
                        </a:rPr>
                        <a:t>The session is practical and teacher-centered, with a focus on using AI responsibly to create inclusive, accessible, and personalized learning resources. Teachers will learn through hands-on activities and refine prompts to achieve better AI-generated outcomes.</a:t>
                      </a:r>
                      <a:endParaRPr lang="en-US" sz="1800" b="0">
                        <a:latin typeface="Calibri Light"/>
                        <a:ea typeface="Calibri Light"/>
                        <a:cs typeface="Calibri Ligh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0127730"/>
                  </a:ext>
                </a:extLst>
              </a:tr>
            </a:tbl>
          </a:graphicData>
        </a:graphic>
      </p:graphicFrame>
    </p:spTree>
    <p:extLst>
      <p:ext uri="{BB962C8B-B14F-4D97-AF65-F5344CB8AC3E}">
        <p14:creationId xmlns:p14="http://schemas.microsoft.com/office/powerpoint/2010/main" val="248961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D4D04-275F-1120-A846-A38C7BAC20D1}"/>
              </a:ext>
            </a:extLst>
          </p:cNvPr>
          <p:cNvSpPr>
            <a:spLocks noGrp="1"/>
          </p:cNvSpPr>
          <p:nvPr>
            <p:ph type="title"/>
          </p:nvPr>
        </p:nvSpPr>
        <p:spPr>
          <a:xfrm>
            <a:off x="411480" y="182880"/>
            <a:ext cx="11369040" cy="685800"/>
          </a:xfrm>
        </p:spPr>
        <p:txBody>
          <a:bodyPr wrap="square">
            <a:noAutofit/>
          </a:bodyPr>
          <a:lstStyle/>
          <a:p>
            <a:pPr algn="l">
              <a:defRPr sz="3600" b="1">
                <a:latin typeface="Calibri Light"/>
              </a:defRPr>
            </a:pPr>
            <a:r>
              <a:rPr lang="en-US" sz="3600" b="1">
                <a:latin typeface="Calibri Light"/>
              </a:rPr>
              <a:t>Ice Breaker – Can you spot the AI ?</a:t>
            </a:r>
          </a:p>
        </p:txBody>
      </p:sp>
      <p:sp>
        <p:nvSpPr>
          <p:cNvPr id="3" name="Content Placeholder 2">
            <a:extLst>
              <a:ext uri="{FF2B5EF4-FFF2-40B4-BE49-F238E27FC236}">
                <a16:creationId xmlns:a16="http://schemas.microsoft.com/office/drawing/2014/main" id="{3A7D3CB1-819A-1A79-14EA-4667E6A52334}"/>
              </a:ext>
            </a:extLst>
          </p:cNvPr>
          <p:cNvSpPr>
            <a:spLocks noGrp="1"/>
          </p:cNvSpPr>
          <p:nvPr>
            <p:ph idx="1"/>
          </p:nvPr>
        </p:nvSpPr>
        <p:spPr>
          <a:xfrm>
            <a:off x="640080" y="1097280"/>
            <a:ext cx="10911840" cy="5349240"/>
          </a:xfrm>
        </p:spPr>
        <p:txBody>
          <a:bodyPr vert="horz" wrap="square" lIns="91440" tIns="45720" rIns="91440" bIns="45720" rtlCol="0" anchor="t">
            <a:normAutofit/>
          </a:bodyPr>
          <a:lstStyle/>
          <a:p>
            <a:pPr>
              <a:defRPr sz="2400" b="0">
                <a:latin typeface="Calibri Light"/>
              </a:defRPr>
            </a:pPr>
            <a:r>
              <a:rPr lang="en-US" sz="2400" b="0">
                <a:latin typeface="Calibri Light"/>
                <a:ea typeface="Calibri Light"/>
                <a:cs typeface="Calibri Light"/>
              </a:rPr>
              <a:t>Do you use AI ? How ?</a:t>
            </a:r>
          </a:p>
          <a:p>
            <a:pPr>
              <a:defRPr sz="2400" b="0">
                <a:latin typeface="Calibri Light"/>
              </a:defRPr>
            </a:pPr>
            <a:r>
              <a:rPr lang="en-US" sz="2400" b="0">
                <a:latin typeface="Calibri Light"/>
                <a:ea typeface="Calibri Light"/>
                <a:cs typeface="Calibri Light"/>
              </a:rPr>
              <a:t>Artificial intelligence is used in a number of ways in our daily lives. Can you spot the AI?</a:t>
            </a:r>
          </a:p>
          <a:p>
            <a:pPr lvl="1">
              <a:defRPr sz="2200" b="0">
                <a:latin typeface="Calibri Light"/>
              </a:defRPr>
            </a:pPr>
            <a:r>
              <a:rPr lang="en-US" sz="2200" b="0">
                <a:latin typeface="Calibri Light"/>
                <a:ea typeface="Calibri Light"/>
                <a:cs typeface="Calibri Light"/>
              </a:rPr>
              <a:t>Traffic light changing at fixed intervals </a:t>
            </a:r>
          </a:p>
          <a:p>
            <a:pPr lvl="1">
              <a:defRPr sz="2200" b="0">
                <a:latin typeface="Calibri Light"/>
              </a:defRPr>
            </a:pPr>
            <a:r>
              <a:rPr lang="en-US" sz="2200" b="0">
                <a:latin typeface="Calibri Light"/>
                <a:ea typeface="Calibri Light"/>
                <a:cs typeface="Calibri Light"/>
              </a:rPr>
              <a:t>Face Recognition System</a:t>
            </a:r>
          </a:p>
          <a:p>
            <a:pPr lvl="1">
              <a:defRPr sz="2200" b="0">
                <a:latin typeface="Calibri Light"/>
              </a:defRPr>
            </a:pPr>
            <a:r>
              <a:rPr lang="en-US" sz="2200" b="0">
                <a:latin typeface="Calibri Light"/>
                <a:ea typeface="Calibri Light"/>
                <a:cs typeface="Calibri Light"/>
              </a:rPr>
              <a:t>Washing machine with preset timer</a:t>
            </a:r>
          </a:p>
          <a:p>
            <a:pPr lvl="1">
              <a:defRPr sz="2200" b="0">
                <a:latin typeface="Calibri Light"/>
              </a:defRPr>
            </a:pPr>
            <a:r>
              <a:rPr lang="en-US" sz="2200" b="0">
                <a:latin typeface="Calibri Light"/>
                <a:ea typeface="Calibri Light"/>
                <a:cs typeface="Calibri Light"/>
              </a:rPr>
              <a:t>Voice assistant </a:t>
            </a:r>
          </a:p>
          <a:p>
            <a:pPr lvl="1">
              <a:defRPr sz="2200" b="0">
                <a:latin typeface="Calibri Light"/>
              </a:defRPr>
            </a:pPr>
            <a:r>
              <a:rPr lang="en-US" sz="2200" b="0">
                <a:latin typeface="Calibri Light"/>
                <a:ea typeface="Calibri Light"/>
                <a:cs typeface="Calibri Light"/>
              </a:rPr>
              <a:t>YouTube video recommendations</a:t>
            </a:r>
          </a:p>
          <a:p>
            <a:pPr lvl="1">
              <a:defRPr sz="2200" b="0">
                <a:latin typeface="Calibri Light"/>
              </a:defRPr>
            </a:pPr>
            <a:r>
              <a:rPr lang="en-US" sz="2200" b="0">
                <a:latin typeface="Calibri Light"/>
                <a:ea typeface="Calibri Light"/>
                <a:cs typeface="Calibri Light"/>
              </a:rPr>
              <a:t>Spell check &amp; grammar tools</a:t>
            </a:r>
          </a:p>
          <a:p>
            <a:pPr lvl="1">
              <a:defRPr sz="2200" b="0">
                <a:latin typeface="Calibri Light"/>
              </a:defRPr>
            </a:pPr>
            <a:r>
              <a:rPr lang="en-US" sz="2200" b="0">
                <a:latin typeface="Calibri Light"/>
                <a:ea typeface="Calibri Light"/>
                <a:cs typeface="Calibri Light"/>
              </a:rPr>
              <a:t>Google Maps route suggestions</a:t>
            </a:r>
          </a:p>
          <a:p>
            <a:pPr lvl="1">
              <a:defRPr sz="2200" b="0">
                <a:latin typeface="Calibri Light"/>
              </a:defRPr>
            </a:pPr>
            <a:endParaRPr lang="en-US">
              <a:latin typeface="Calibri Light"/>
              <a:ea typeface="Calibri Light"/>
              <a:cs typeface="Calibri Light"/>
            </a:endParaRPr>
          </a:p>
          <a:p>
            <a:pPr>
              <a:spcBef>
                <a:spcPts val="500"/>
              </a:spcBef>
              <a:defRPr sz="2400" b="0">
                <a:latin typeface="Calibri Light"/>
              </a:defRPr>
            </a:pPr>
            <a:r>
              <a:rPr lang="en-US" sz="2400" b="0">
                <a:latin typeface="Calibri Light"/>
                <a:ea typeface="Calibri Light"/>
                <a:cs typeface="Calibri Light"/>
              </a:rPr>
              <a:t>Some technologies are </a:t>
            </a:r>
            <a:r>
              <a:rPr lang="en-US" sz="2400" b="1">
                <a:latin typeface="Calibri Light"/>
                <a:ea typeface="Calibri Light"/>
                <a:cs typeface="Calibri Light"/>
              </a:rPr>
              <a:t>automation based, but most are </a:t>
            </a:r>
            <a:r>
              <a:rPr lang="en-US" sz="2400" b="1" err="1">
                <a:latin typeface="Calibri Light"/>
                <a:ea typeface="Calibri Light"/>
                <a:cs typeface="Calibri Light"/>
              </a:rPr>
              <a:t>are</a:t>
            </a:r>
            <a:r>
              <a:rPr lang="en-US" sz="2400" b="1">
                <a:latin typeface="Calibri Light"/>
                <a:ea typeface="Calibri Light"/>
                <a:cs typeface="Calibri Light"/>
              </a:rPr>
              <a:t> evolving with AI integration</a:t>
            </a:r>
          </a:p>
          <a:p>
            <a:pPr marL="0" indent="0">
              <a:spcBef>
                <a:spcPts val="500"/>
              </a:spcBef>
              <a:buNone/>
              <a:defRPr sz="2400" b="0">
                <a:latin typeface="Calibri Light"/>
              </a:defRPr>
            </a:pPr>
            <a:endParaRPr lang="en-US">
              <a:latin typeface="Calibri Light"/>
              <a:ea typeface="Calibri Light"/>
              <a:cs typeface="Calibri Light"/>
            </a:endParaRPr>
          </a:p>
          <a:p>
            <a:pPr lvl="1">
              <a:defRPr sz="2200" b="0">
                <a:latin typeface="Calibri Light"/>
              </a:defRPr>
            </a:pPr>
            <a:endParaRPr lang="en-US">
              <a:latin typeface="Calibri Light"/>
              <a:ea typeface="Calibri Light"/>
              <a:cs typeface="Calibri Light"/>
            </a:endParaRPr>
          </a:p>
          <a:p>
            <a:pPr>
              <a:defRPr sz="2400" b="0">
                <a:latin typeface="Calibri Light"/>
              </a:defRPr>
            </a:pPr>
            <a:endParaRPr lang="en-US">
              <a:latin typeface="Calibri Light"/>
              <a:ea typeface="Calibri Light"/>
              <a:cs typeface="Calibri Light"/>
            </a:endParaRPr>
          </a:p>
        </p:txBody>
      </p:sp>
    </p:spTree>
    <p:extLst>
      <p:ext uri="{BB962C8B-B14F-4D97-AF65-F5344CB8AC3E}">
        <p14:creationId xmlns:p14="http://schemas.microsoft.com/office/powerpoint/2010/main" val="3686835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CEFF3-4DF2-01E9-3BE7-8613D14DE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84CBD3-0101-2180-6A08-3ECC5961A668}"/>
              </a:ext>
            </a:extLst>
          </p:cNvPr>
          <p:cNvSpPr>
            <a:spLocks noGrp="1"/>
          </p:cNvSpPr>
          <p:nvPr>
            <p:ph type="title"/>
          </p:nvPr>
        </p:nvSpPr>
        <p:spPr>
          <a:xfrm>
            <a:off x="411480" y="182880"/>
            <a:ext cx="11369040" cy="685800"/>
          </a:xfrm>
        </p:spPr>
        <p:txBody>
          <a:bodyPr wrap="square">
            <a:noAutofit/>
          </a:bodyPr>
          <a:lstStyle/>
          <a:p>
            <a:pPr algn="l">
              <a:defRPr sz="3600" b="1">
                <a:latin typeface="Calibri Light"/>
              </a:defRPr>
            </a:pPr>
            <a:r>
              <a:rPr lang="en-US" sz="3600" b="1">
                <a:latin typeface="Calibri Light"/>
              </a:rPr>
              <a:t>What is Intelligence ?</a:t>
            </a:r>
          </a:p>
        </p:txBody>
      </p:sp>
      <p:sp>
        <p:nvSpPr>
          <p:cNvPr id="3" name="Content Placeholder 2">
            <a:extLst>
              <a:ext uri="{FF2B5EF4-FFF2-40B4-BE49-F238E27FC236}">
                <a16:creationId xmlns:a16="http://schemas.microsoft.com/office/drawing/2014/main" id="{5F243253-33DF-C728-44EF-0AE21540FF1C}"/>
              </a:ext>
            </a:extLst>
          </p:cNvPr>
          <p:cNvSpPr>
            <a:spLocks noGrp="1"/>
          </p:cNvSpPr>
          <p:nvPr>
            <p:ph idx="1"/>
          </p:nvPr>
        </p:nvSpPr>
        <p:spPr>
          <a:xfrm>
            <a:off x="640080" y="1097280"/>
            <a:ext cx="10911840" cy="5349240"/>
          </a:xfrm>
        </p:spPr>
        <p:txBody>
          <a:bodyPr vert="horz" wrap="square" lIns="91440" tIns="45720" rIns="91440" bIns="45720" rtlCol="0" anchor="t">
            <a:normAutofit/>
          </a:bodyPr>
          <a:lstStyle/>
          <a:p>
            <a:pPr>
              <a:defRPr sz="2400" b="0">
                <a:latin typeface="Calibri Light"/>
              </a:defRPr>
            </a:pPr>
            <a:r>
              <a:rPr lang="en-US" sz="2400" b="0">
                <a:latin typeface="Calibri Light"/>
                <a:ea typeface="+mn-lt"/>
                <a:cs typeface="+mn-lt"/>
              </a:rPr>
              <a:t>Is it only to know? </a:t>
            </a:r>
            <a:endParaRPr lang="en-US"/>
          </a:p>
          <a:p>
            <a:pPr>
              <a:defRPr sz="2400" b="0">
                <a:latin typeface="Calibri Light"/>
              </a:defRPr>
            </a:pPr>
            <a:r>
              <a:rPr lang="en-US" sz="2400" b="0">
                <a:latin typeface="Calibri Light"/>
                <a:ea typeface="+mn-lt"/>
                <a:cs typeface="+mn-lt"/>
              </a:rPr>
              <a:t>No, it is the </a:t>
            </a:r>
            <a:r>
              <a:rPr lang="en-US" sz="2400" b="1">
                <a:latin typeface="Calibri Light"/>
                <a:ea typeface="+mn-lt"/>
                <a:cs typeface="+mn-lt"/>
              </a:rPr>
              <a:t>ability to learn, think, understand, solve problems, and apply knowledge </a:t>
            </a:r>
            <a:r>
              <a:rPr lang="en-US" sz="2400" b="0">
                <a:latin typeface="Calibri Light"/>
                <a:ea typeface="+mn-lt"/>
                <a:cs typeface="+mn-lt"/>
              </a:rPr>
              <a:t>effectively</a:t>
            </a:r>
            <a:endParaRPr lang="en-US"/>
          </a:p>
          <a:p>
            <a:pPr>
              <a:defRPr sz="2400" b="0">
                <a:latin typeface="Calibri Light"/>
              </a:defRPr>
            </a:pPr>
            <a:r>
              <a:rPr lang="en-US" sz="2400" b="0">
                <a:latin typeface="Calibri Light"/>
                <a:ea typeface="+mn-lt"/>
                <a:cs typeface="+mn-lt"/>
              </a:rPr>
              <a:t>Not just knowing, but a </a:t>
            </a:r>
            <a:r>
              <a:rPr lang="en-US" sz="2400" b="1">
                <a:latin typeface="Calibri Light"/>
                <a:ea typeface="+mn-lt"/>
                <a:cs typeface="+mn-lt"/>
              </a:rPr>
              <a:t>combination </a:t>
            </a:r>
            <a:r>
              <a:rPr lang="en-US" sz="2400" b="0">
                <a:latin typeface="Calibri Light"/>
                <a:ea typeface="+mn-lt"/>
                <a:cs typeface="+mn-lt"/>
              </a:rPr>
              <a:t>of many mental abilities</a:t>
            </a:r>
            <a:endParaRPr lang="en-US">
              <a:ea typeface="+mn-lt"/>
              <a:cs typeface="+mn-lt"/>
            </a:endParaRPr>
          </a:p>
          <a:p>
            <a:pPr>
              <a:defRPr sz="2400" b="0">
                <a:latin typeface="Calibri Light"/>
              </a:defRPr>
            </a:pPr>
            <a:r>
              <a:rPr lang="en-US" sz="2400" b="0">
                <a:latin typeface="Calibri Light"/>
                <a:ea typeface="+mn-lt"/>
                <a:cs typeface="+mn-lt"/>
              </a:rPr>
              <a:t>Ability to adapt to new situations and make appropriate decisions based on </a:t>
            </a:r>
            <a:r>
              <a:rPr lang="en-US" sz="2400" b="1">
                <a:latin typeface="Calibri Light"/>
                <a:ea typeface="+mn-lt"/>
                <a:cs typeface="+mn-lt"/>
              </a:rPr>
              <a:t>experience</a:t>
            </a:r>
            <a:endParaRPr lang="en-US" b="1">
              <a:ea typeface="+mn-lt"/>
              <a:cs typeface="+mn-lt"/>
            </a:endParaRPr>
          </a:p>
          <a:p>
            <a:pPr>
              <a:defRPr sz="2400" b="0">
                <a:latin typeface="Calibri Light"/>
              </a:defRPr>
            </a:pPr>
            <a:r>
              <a:rPr lang="en-US" sz="2400" b="0">
                <a:latin typeface="Calibri Light"/>
                <a:ea typeface="+mn-lt"/>
                <a:cs typeface="+mn-lt"/>
              </a:rPr>
              <a:t>Ability to work with </a:t>
            </a:r>
            <a:r>
              <a:rPr lang="en-US" sz="2400" b="1">
                <a:latin typeface="Calibri Light"/>
                <a:ea typeface="+mn-lt"/>
                <a:cs typeface="+mn-lt"/>
              </a:rPr>
              <a:t>gaps in information, to estimate, to guess</a:t>
            </a:r>
            <a:endParaRPr lang="en-US" b="1"/>
          </a:p>
          <a:p>
            <a:pPr>
              <a:defRPr sz="2400" b="0">
                <a:latin typeface="Calibri Light"/>
              </a:defRPr>
            </a:pPr>
            <a:endParaRPr lang="en-US"/>
          </a:p>
          <a:p>
            <a:pPr>
              <a:defRPr sz="2400" b="0">
                <a:latin typeface="Calibri Light"/>
              </a:defRPr>
            </a:pPr>
            <a:endParaRPr lang="en-US"/>
          </a:p>
          <a:p>
            <a:pPr>
              <a:defRPr sz="2400" b="0">
                <a:latin typeface="Calibri Light"/>
              </a:defRPr>
            </a:pPr>
            <a:r>
              <a:rPr lang="en-US" sz="2400" b="0">
                <a:latin typeface="Calibri Light"/>
              </a:rPr>
              <a:t>Do you agree? Do you have any other inputs?</a:t>
            </a:r>
            <a:endParaRPr lang="en-US" sz="2400" b="0">
              <a:latin typeface="Calibri Light"/>
              <a:ea typeface="Calibri Light"/>
              <a:cs typeface="Calibri Light"/>
            </a:endParaRPr>
          </a:p>
          <a:p>
            <a:pPr>
              <a:defRPr sz="2400" b="0">
                <a:latin typeface="Calibri Light"/>
              </a:defRPr>
            </a:pPr>
            <a:endParaRPr lang="en-US"/>
          </a:p>
        </p:txBody>
      </p:sp>
    </p:spTree>
    <p:extLst>
      <p:ext uri="{BB962C8B-B14F-4D97-AF65-F5344CB8AC3E}">
        <p14:creationId xmlns:p14="http://schemas.microsoft.com/office/powerpoint/2010/main" val="4080619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9FDFC-0CD8-F2B5-FA22-094DAE199EBA}"/>
              </a:ext>
            </a:extLst>
          </p:cNvPr>
          <p:cNvSpPr>
            <a:spLocks noGrp="1"/>
          </p:cNvSpPr>
          <p:nvPr>
            <p:ph type="title"/>
          </p:nvPr>
        </p:nvSpPr>
        <p:spPr>
          <a:xfrm>
            <a:off x="411480" y="182880"/>
            <a:ext cx="11369040" cy="685800"/>
          </a:xfrm>
        </p:spPr>
        <p:txBody>
          <a:bodyPr wrap="square">
            <a:noAutofit/>
          </a:bodyPr>
          <a:lstStyle/>
          <a:p>
            <a:pPr>
              <a:defRPr sz="3600" b="1">
                <a:latin typeface="Calibri Light"/>
              </a:defRPr>
            </a:pPr>
            <a:r>
              <a:rPr lang="en-US" sz="3600" b="1">
                <a:latin typeface="Calibri Light"/>
              </a:rPr>
              <a:t>Let us consider this scenario </a:t>
            </a:r>
            <a:endParaRPr lang="en-US"/>
          </a:p>
        </p:txBody>
      </p:sp>
      <p:sp>
        <p:nvSpPr>
          <p:cNvPr id="3" name="Content Placeholder 2">
            <a:extLst>
              <a:ext uri="{FF2B5EF4-FFF2-40B4-BE49-F238E27FC236}">
                <a16:creationId xmlns:a16="http://schemas.microsoft.com/office/drawing/2014/main" id="{62960C54-2DDB-1CD1-52BF-C0BDE6BBD2F2}"/>
              </a:ext>
            </a:extLst>
          </p:cNvPr>
          <p:cNvSpPr>
            <a:spLocks noGrp="1"/>
          </p:cNvSpPr>
          <p:nvPr>
            <p:ph idx="1"/>
          </p:nvPr>
        </p:nvSpPr>
        <p:spPr>
          <a:xfrm>
            <a:off x="640080" y="1097280"/>
            <a:ext cx="10911840" cy="5349240"/>
          </a:xfrm>
        </p:spPr>
        <p:txBody>
          <a:bodyPr vert="horz" wrap="square" lIns="91440" tIns="45720" rIns="91440" bIns="45720" rtlCol="0" anchor="t">
            <a:noAutofit/>
          </a:bodyPr>
          <a:lstStyle/>
          <a:p>
            <a:pPr>
              <a:defRPr sz="2400" b="0">
                <a:latin typeface="Calibri Light"/>
              </a:defRPr>
            </a:pPr>
            <a:r>
              <a:rPr lang="en-US" sz="2400"/>
              <a:t>Imagine there are 2 helpers assigned to you </a:t>
            </a:r>
            <a:endParaRPr lang="en-US" sz="2400">
              <a:ea typeface="Calibri Light"/>
              <a:cs typeface="Calibri Light"/>
            </a:endParaRPr>
          </a:p>
          <a:p>
            <a:pPr lvl="1">
              <a:defRPr sz="2400" b="0">
                <a:latin typeface="Calibri Light"/>
              </a:defRPr>
            </a:pPr>
            <a:r>
              <a:rPr lang="en-US"/>
              <a:t>Assistant 1: Uses a fixed handbook and answers only questions found in it. </a:t>
            </a:r>
            <a:endParaRPr lang="en-US">
              <a:ea typeface="Calibri Light"/>
              <a:cs typeface="Calibri Light"/>
            </a:endParaRPr>
          </a:p>
          <a:p>
            <a:pPr lvl="1">
              <a:defRPr sz="2400" b="0">
                <a:latin typeface="Calibri Light"/>
              </a:defRPr>
            </a:pPr>
            <a:r>
              <a:rPr lang="en-US"/>
              <a:t>Assistant 2: Learns from thousands of books and conversations, so it can answer even new questions but cannot give source of the answer  </a:t>
            </a:r>
            <a:endParaRPr lang="en-US">
              <a:ea typeface="Calibri Light"/>
              <a:cs typeface="Calibri Light"/>
            </a:endParaRPr>
          </a:p>
          <a:p>
            <a:pPr>
              <a:defRPr sz="2400" b="0">
                <a:latin typeface="Calibri Light"/>
              </a:defRPr>
            </a:pPr>
            <a:r>
              <a:rPr lang="en-US" sz="2400"/>
              <a:t>Lets discuss</a:t>
            </a:r>
            <a:endParaRPr lang="en-US" sz="2400">
              <a:ea typeface="Calibri Light"/>
              <a:cs typeface="Calibri Light"/>
            </a:endParaRPr>
          </a:p>
          <a:p>
            <a:pPr lvl="1">
              <a:defRPr sz="2400" b="0">
                <a:latin typeface="Calibri Light"/>
              </a:defRPr>
            </a:pPr>
            <a:r>
              <a:rPr lang="en-US"/>
              <a:t>Which assistant is better for new situations? </a:t>
            </a:r>
            <a:endParaRPr lang="en-US">
              <a:ea typeface="Calibri Light"/>
              <a:cs typeface="Calibri Light"/>
            </a:endParaRPr>
          </a:p>
          <a:p>
            <a:pPr lvl="1">
              <a:defRPr sz="2400" b="0">
                <a:latin typeface="Calibri Light"/>
              </a:defRPr>
            </a:pPr>
            <a:r>
              <a:rPr lang="en-US"/>
              <a:t>Which assistant is better when accuracy is critical? </a:t>
            </a:r>
            <a:endParaRPr lang="en-US">
              <a:ea typeface="Calibri Light"/>
              <a:cs typeface="Calibri Light"/>
            </a:endParaRPr>
          </a:p>
          <a:p>
            <a:pPr lvl="1">
              <a:defRPr sz="2400" b="0">
                <a:latin typeface="Calibri Light"/>
              </a:defRPr>
            </a:pPr>
            <a:r>
              <a:rPr lang="en-US"/>
              <a:t>What are the strengths and limitations of each? </a:t>
            </a:r>
            <a:endParaRPr lang="en-US">
              <a:ea typeface="Calibri Light"/>
              <a:cs typeface="Calibri Light"/>
            </a:endParaRPr>
          </a:p>
          <a:p>
            <a:pPr>
              <a:defRPr sz="2400" b="0">
                <a:latin typeface="Calibri Light"/>
              </a:defRPr>
            </a:pPr>
            <a:r>
              <a:rPr lang="en-US" sz="2400"/>
              <a:t>We can say that </a:t>
            </a:r>
            <a:endParaRPr lang="en-US" sz="2400">
              <a:ea typeface="Calibri Light"/>
              <a:cs typeface="Calibri Light"/>
            </a:endParaRPr>
          </a:p>
          <a:p>
            <a:pPr lvl="1">
              <a:defRPr sz="2400" b="0">
                <a:latin typeface="Calibri Light"/>
              </a:defRPr>
            </a:pPr>
            <a:r>
              <a:rPr lang="en-US"/>
              <a:t>Assistant 1 = Rule-Based System: Follows fixed rules, reliable for predictable tasks. </a:t>
            </a:r>
            <a:endParaRPr lang="en-US">
              <a:ea typeface="Calibri Light"/>
              <a:cs typeface="Calibri Light"/>
            </a:endParaRPr>
          </a:p>
          <a:p>
            <a:pPr lvl="1">
              <a:defRPr sz="2400" b="0">
                <a:latin typeface="Calibri Light"/>
              </a:defRPr>
            </a:pPr>
            <a:r>
              <a:rPr lang="en-US"/>
              <a:t>Assistant 2 = Learning-Based AI: Learns from data, adapts to new situations, but may not always be 100% accurate.</a:t>
            </a:r>
            <a:endParaRPr lang="en-US">
              <a:ea typeface="Calibri Light"/>
              <a:cs typeface="Calibri Light"/>
            </a:endParaRPr>
          </a:p>
          <a:p>
            <a:pPr>
              <a:defRPr sz="2400" b="0">
                <a:latin typeface="Calibri Light"/>
              </a:defRPr>
            </a:pPr>
            <a:r>
              <a:rPr lang="en-US" b="1">
                <a:ea typeface="Calibri Light"/>
                <a:cs typeface="Calibri Light"/>
              </a:rPr>
              <a:t>AI Based Solutions are trained to be like Assistant 2 </a:t>
            </a:r>
          </a:p>
          <a:p>
            <a:pPr>
              <a:defRPr sz="2400" b="0">
                <a:latin typeface="Calibri Light"/>
              </a:defRPr>
            </a:pPr>
            <a:endParaRPr lang="en-US" sz="2400">
              <a:ea typeface="Calibri Light"/>
              <a:cs typeface="Calibri Light"/>
            </a:endParaRPr>
          </a:p>
        </p:txBody>
      </p:sp>
    </p:spTree>
    <p:extLst>
      <p:ext uri="{BB962C8B-B14F-4D97-AF65-F5344CB8AC3E}">
        <p14:creationId xmlns:p14="http://schemas.microsoft.com/office/powerpoint/2010/main" val="2916478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E7992-8EB5-78EC-C454-43E486B710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273218-2E84-C201-C946-859FA7EE9E31}"/>
              </a:ext>
            </a:extLst>
          </p:cNvPr>
          <p:cNvSpPr>
            <a:spLocks noGrp="1"/>
          </p:cNvSpPr>
          <p:nvPr>
            <p:ph type="title"/>
          </p:nvPr>
        </p:nvSpPr>
        <p:spPr>
          <a:xfrm>
            <a:off x="411480" y="182880"/>
            <a:ext cx="11369040" cy="685800"/>
          </a:xfrm>
        </p:spPr>
        <p:txBody>
          <a:bodyPr wrap="square">
            <a:noAutofit/>
          </a:bodyPr>
          <a:lstStyle/>
          <a:p>
            <a:pPr algn="l">
              <a:defRPr sz="3600" b="1">
                <a:latin typeface="Calibri Light"/>
              </a:defRPr>
            </a:pPr>
            <a:r>
              <a:rPr lang="en-US" sz="3600" b="1">
                <a:latin typeface="Calibri Light"/>
              </a:rPr>
              <a:t>What is Artificial Intelligence ?</a:t>
            </a:r>
          </a:p>
        </p:txBody>
      </p:sp>
      <p:sp>
        <p:nvSpPr>
          <p:cNvPr id="3" name="Content Placeholder 2">
            <a:extLst>
              <a:ext uri="{FF2B5EF4-FFF2-40B4-BE49-F238E27FC236}">
                <a16:creationId xmlns:a16="http://schemas.microsoft.com/office/drawing/2014/main" id="{12679765-8E5E-36CC-175F-66FCE9FF86BC}"/>
              </a:ext>
            </a:extLst>
          </p:cNvPr>
          <p:cNvSpPr>
            <a:spLocks noGrp="1"/>
          </p:cNvSpPr>
          <p:nvPr>
            <p:ph idx="1"/>
          </p:nvPr>
        </p:nvSpPr>
        <p:spPr>
          <a:xfrm>
            <a:off x="640080" y="1097280"/>
            <a:ext cx="10911840" cy="5349240"/>
          </a:xfrm>
        </p:spPr>
        <p:txBody>
          <a:bodyPr vert="horz" wrap="square" lIns="91440" tIns="45720" rIns="91440" bIns="45720" rtlCol="0" anchor="t">
            <a:normAutofit/>
          </a:bodyPr>
          <a:lstStyle/>
          <a:p>
            <a:pPr>
              <a:defRPr sz="2400" b="0">
                <a:latin typeface="Calibri Light"/>
              </a:defRPr>
            </a:pPr>
            <a:r>
              <a:rPr lang="en-US" sz="2400" b="0">
                <a:latin typeface="Calibri Light"/>
                <a:ea typeface="+mn-lt"/>
                <a:cs typeface="+mn-lt"/>
              </a:rPr>
              <a:t>Artificial Intelligence (AI) is the field of computer science that </a:t>
            </a:r>
            <a:r>
              <a:rPr lang="en-US" sz="2400" b="1">
                <a:latin typeface="Calibri Light"/>
                <a:ea typeface="+mn-lt"/>
                <a:cs typeface="+mn-lt"/>
              </a:rPr>
              <a:t>enables machines to perform tasks that tries to mimic human intelligence</a:t>
            </a:r>
            <a:r>
              <a:rPr lang="en-US" sz="2400" b="0">
                <a:latin typeface="Calibri Light"/>
                <a:ea typeface="+mn-lt"/>
                <a:cs typeface="+mn-lt"/>
              </a:rPr>
              <a:t>. </a:t>
            </a:r>
          </a:p>
          <a:p>
            <a:pPr>
              <a:defRPr sz="2400" b="0">
                <a:latin typeface="Calibri Light"/>
              </a:defRPr>
            </a:pPr>
            <a:r>
              <a:rPr lang="en-US" sz="2400" b="0">
                <a:latin typeface="Calibri Light"/>
                <a:ea typeface="+mn-lt"/>
                <a:cs typeface="+mn-lt"/>
              </a:rPr>
              <a:t>These machines can conduct </a:t>
            </a:r>
            <a:r>
              <a:rPr lang="en-US" sz="2400" b="1">
                <a:latin typeface="Calibri Light"/>
                <a:ea typeface="+mn-lt"/>
                <a:cs typeface="+mn-lt"/>
              </a:rPr>
              <a:t>complex thinking processes </a:t>
            </a:r>
            <a:r>
              <a:rPr lang="en-US" sz="2400" b="0">
                <a:latin typeface="Calibri Light"/>
                <a:ea typeface="+mn-lt"/>
                <a:cs typeface="+mn-lt"/>
              </a:rPr>
              <a:t>such as data analysis, pattern recognition, prediction of trends, solving problems, and decision-making by using data</a:t>
            </a:r>
            <a:endParaRPr lang="en-US"/>
          </a:p>
          <a:p>
            <a:pPr>
              <a:defRPr sz="2400" b="0">
                <a:latin typeface="Calibri Light"/>
              </a:defRPr>
            </a:pPr>
            <a:r>
              <a:rPr lang="en-US" sz="2400" b="0">
                <a:latin typeface="Calibri Light"/>
                <a:ea typeface="+mn-lt"/>
                <a:cs typeface="+mn-lt"/>
              </a:rPr>
              <a:t>AI systems are </a:t>
            </a:r>
            <a:r>
              <a:rPr lang="en-US" sz="2400" b="1">
                <a:latin typeface="Calibri Light"/>
                <a:ea typeface="+mn-lt"/>
                <a:cs typeface="+mn-lt"/>
              </a:rPr>
              <a:t>designed to learn, adapt, and improve their performance </a:t>
            </a:r>
            <a:r>
              <a:rPr lang="en-US" sz="2400" b="0">
                <a:latin typeface="Calibri Light"/>
                <a:ea typeface="+mn-lt"/>
                <a:cs typeface="+mn-lt"/>
              </a:rPr>
              <a:t>over a period of time (experience through data).</a:t>
            </a:r>
          </a:p>
          <a:p>
            <a:pPr>
              <a:defRPr sz="2400" b="0">
                <a:latin typeface="Calibri Light"/>
              </a:defRPr>
            </a:pPr>
            <a:r>
              <a:rPr lang="en-US" sz="2400" b="0">
                <a:latin typeface="Calibri Light"/>
                <a:ea typeface="+mn-lt"/>
                <a:cs typeface="+mn-lt"/>
              </a:rPr>
              <a:t>AI = </a:t>
            </a:r>
            <a:r>
              <a:rPr lang="en-US" sz="2400">
                <a:latin typeface="Calibri Light"/>
                <a:ea typeface="+mn-lt"/>
                <a:cs typeface="+mn-lt"/>
              </a:rPr>
              <a:t>Man-made, </a:t>
            </a:r>
            <a:r>
              <a:rPr lang="en-US" sz="2400" b="0">
                <a:latin typeface="Calibri Light"/>
                <a:ea typeface="+mn-lt"/>
                <a:cs typeface="+mn-lt"/>
              </a:rPr>
              <a:t>Computing + Intelligence</a:t>
            </a:r>
          </a:p>
          <a:p>
            <a:pPr>
              <a:defRPr sz="2400" b="0">
                <a:latin typeface="Calibri Light"/>
              </a:defRPr>
            </a:pPr>
            <a:r>
              <a:rPr lang="en-US" sz="2400" b="0">
                <a:latin typeface="Calibri Light"/>
                <a:ea typeface="+mn-lt"/>
                <a:cs typeface="+mn-lt"/>
              </a:rPr>
              <a:t>Artificial Intelligenc</a:t>
            </a:r>
            <a:r>
              <a:rPr lang="en-US" sz="2400">
                <a:latin typeface="Calibri Light"/>
                <a:ea typeface="+mn-lt"/>
                <a:cs typeface="+mn-lt"/>
              </a:rPr>
              <a:t>e </a:t>
            </a:r>
            <a:r>
              <a:rPr lang="en-US" sz="2400" b="1">
                <a:latin typeface="Calibri Light"/>
                <a:ea typeface="+mn-lt"/>
                <a:cs typeface="+mn-lt"/>
              </a:rPr>
              <a:t>cannot be equated </a:t>
            </a:r>
            <a:r>
              <a:rPr lang="en-US" sz="2400">
                <a:latin typeface="Calibri Light"/>
                <a:ea typeface="+mn-lt"/>
                <a:cs typeface="+mn-lt"/>
              </a:rPr>
              <a:t>to Human Intelligence which includes more aspects like empathy, conscience and ethics</a:t>
            </a:r>
          </a:p>
          <a:p>
            <a:pPr>
              <a:defRPr sz="2400" b="0">
                <a:latin typeface="Calibri Light"/>
              </a:defRPr>
            </a:pPr>
            <a:r>
              <a:rPr lang="en-US" sz="2400">
                <a:latin typeface="Calibri Light"/>
                <a:ea typeface="+mn-lt"/>
                <a:cs typeface="+mn-lt"/>
              </a:rPr>
              <a:t>It is acquired </a:t>
            </a:r>
            <a:r>
              <a:rPr lang="en-US" sz="2400" b="1">
                <a:latin typeface="Calibri Light"/>
                <a:ea typeface="+mn-lt"/>
                <a:cs typeface="+mn-lt"/>
              </a:rPr>
              <a:t>through data and training </a:t>
            </a:r>
            <a:r>
              <a:rPr lang="en-US" sz="2400">
                <a:latin typeface="Calibri Light"/>
                <a:ea typeface="+mn-lt"/>
                <a:cs typeface="+mn-lt"/>
              </a:rPr>
              <a:t>by humans </a:t>
            </a:r>
            <a:endParaRPr lang="en-US"/>
          </a:p>
        </p:txBody>
      </p:sp>
    </p:spTree>
    <p:extLst>
      <p:ext uri="{BB962C8B-B14F-4D97-AF65-F5344CB8AC3E}">
        <p14:creationId xmlns:p14="http://schemas.microsoft.com/office/powerpoint/2010/main" val="2500525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C170C-8E03-BF9C-4D91-3530277E242E}"/>
              </a:ext>
            </a:extLst>
          </p:cNvPr>
          <p:cNvSpPr>
            <a:spLocks noGrp="1"/>
          </p:cNvSpPr>
          <p:nvPr>
            <p:ph type="title"/>
          </p:nvPr>
        </p:nvSpPr>
        <p:spPr>
          <a:xfrm>
            <a:off x="411480" y="182880"/>
            <a:ext cx="11369040" cy="685800"/>
          </a:xfrm>
        </p:spPr>
        <p:txBody>
          <a:bodyPr wrap="square">
            <a:noAutofit/>
          </a:bodyPr>
          <a:lstStyle/>
          <a:p>
            <a:pPr algn="l">
              <a:defRPr sz="3600" b="1">
                <a:latin typeface="Calibri Light"/>
              </a:defRPr>
            </a:pPr>
            <a:r>
              <a:rPr lang="en-US" sz="3600" b="1">
                <a:latin typeface="Calibri Light"/>
              </a:rPr>
              <a:t>Why is AI important?</a:t>
            </a:r>
          </a:p>
        </p:txBody>
      </p:sp>
      <p:sp>
        <p:nvSpPr>
          <p:cNvPr id="3" name="Content Placeholder 2">
            <a:extLst>
              <a:ext uri="{FF2B5EF4-FFF2-40B4-BE49-F238E27FC236}">
                <a16:creationId xmlns:a16="http://schemas.microsoft.com/office/drawing/2014/main" id="{F2105D95-D098-8EB2-6842-9D7E14F5CF4C}"/>
              </a:ext>
            </a:extLst>
          </p:cNvPr>
          <p:cNvSpPr>
            <a:spLocks noGrp="1"/>
          </p:cNvSpPr>
          <p:nvPr>
            <p:ph idx="1"/>
          </p:nvPr>
        </p:nvSpPr>
        <p:spPr>
          <a:xfrm>
            <a:off x="640080" y="1097280"/>
            <a:ext cx="10911840" cy="5349240"/>
          </a:xfrm>
        </p:spPr>
        <p:txBody>
          <a:bodyPr vert="horz" wrap="square" lIns="91440" tIns="45720" rIns="91440" bIns="45720" rtlCol="0" anchor="t">
            <a:normAutofit lnSpcReduction="10000"/>
          </a:bodyPr>
          <a:lstStyle/>
          <a:p>
            <a:pPr>
              <a:defRPr sz="2400" b="0">
                <a:latin typeface="Calibri Light"/>
              </a:defRPr>
            </a:pPr>
            <a:r>
              <a:rPr lang="en-US" sz="2400" b="0">
                <a:latin typeface="Calibri Light"/>
              </a:rPr>
              <a:t>AI </a:t>
            </a:r>
            <a:r>
              <a:rPr lang="en-US" sz="2400" b="1">
                <a:latin typeface="Calibri Light"/>
              </a:rPr>
              <a:t>can learn from huge amounts of data </a:t>
            </a:r>
            <a:r>
              <a:rPr lang="en-US" sz="2400" b="0">
                <a:latin typeface="Calibri Light"/>
              </a:rPr>
              <a:t>(millions of records, data, images, signals etc.)</a:t>
            </a:r>
            <a:endParaRPr lang="en-US"/>
          </a:p>
          <a:p>
            <a:pPr>
              <a:defRPr sz="2400" b="0">
                <a:latin typeface="Calibri Light"/>
              </a:defRPr>
            </a:pPr>
            <a:r>
              <a:rPr lang="en-US" sz="2400" b="0">
                <a:latin typeface="Calibri Light"/>
              </a:rPr>
              <a:t>AI </a:t>
            </a:r>
            <a:r>
              <a:rPr lang="en-US" sz="2400" b="1">
                <a:latin typeface="Calibri Light"/>
              </a:rPr>
              <a:t>can find patterns </a:t>
            </a:r>
            <a:r>
              <a:rPr lang="en-US" sz="2400" b="0">
                <a:latin typeface="Calibri Light"/>
              </a:rPr>
              <a:t>across very large datasets.</a:t>
            </a:r>
          </a:p>
          <a:p>
            <a:pPr>
              <a:defRPr sz="2400" b="0">
                <a:latin typeface="Calibri Light"/>
              </a:defRPr>
            </a:pPr>
            <a:r>
              <a:rPr lang="en-US" sz="2400" b="0">
                <a:latin typeface="Calibri Light"/>
              </a:rPr>
              <a:t>AI </a:t>
            </a:r>
            <a:r>
              <a:rPr lang="en-US" sz="2400" b="1">
                <a:latin typeface="Calibri Light"/>
              </a:rPr>
              <a:t>can automate </a:t>
            </a:r>
            <a:r>
              <a:rPr lang="en-US" sz="2400" b="0">
                <a:latin typeface="Calibri Light"/>
              </a:rPr>
              <a:t>complex cognitive tasks</a:t>
            </a:r>
          </a:p>
          <a:p>
            <a:pPr lvl="1">
              <a:defRPr sz="2200" b="0">
                <a:latin typeface="Calibri Light"/>
              </a:defRPr>
            </a:pPr>
            <a:r>
              <a:rPr lang="en-US" sz="2200" b="0">
                <a:latin typeface="Calibri Light"/>
              </a:rPr>
              <a:t>Traditional automation follows explicit instructions: “If X happens → do Y.”</a:t>
            </a:r>
            <a:endParaRPr lang="en-US"/>
          </a:p>
          <a:p>
            <a:pPr lvl="1">
              <a:defRPr sz="2200" b="0">
                <a:latin typeface="Calibri Light"/>
              </a:defRPr>
            </a:pPr>
            <a:r>
              <a:rPr lang="en-US" sz="2200" b="0">
                <a:latin typeface="Calibri Light"/>
              </a:rPr>
              <a:t>AI can instead learn a relationship from examples: “Here are thousands of examples → learn the pattern.”</a:t>
            </a:r>
            <a:endParaRPr lang="en-US"/>
          </a:p>
          <a:p>
            <a:pPr>
              <a:defRPr sz="2400" b="0">
                <a:latin typeface="Calibri Light"/>
              </a:defRPr>
            </a:pPr>
            <a:r>
              <a:rPr lang="en-US" sz="2400" b="0">
                <a:latin typeface="Calibri Light"/>
              </a:rPr>
              <a:t>AI </a:t>
            </a:r>
            <a:r>
              <a:rPr lang="en-US" sz="2400" b="1">
                <a:latin typeface="Calibri Light"/>
              </a:rPr>
              <a:t>can help humans</a:t>
            </a:r>
            <a:r>
              <a:rPr lang="en-US" sz="2400" b="0">
                <a:latin typeface="Calibri Light"/>
              </a:rPr>
              <a:t> make better decisions</a:t>
            </a:r>
          </a:p>
          <a:p>
            <a:pPr lvl="1">
              <a:defRPr sz="2200" b="0">
                <a:latin typeface="Calibri Light"/>
              </a:defRPr>
            </a:pPr>
            <a:r>
              <a:rPr lang="en-US" sz="2200" b="0">
                <a:latin typeface="Calibri Light"/>
              </a:rPr>
              <a:t>Predicting traffic congestion </a:t>
            </a:r>
          </a:p>
          <a:p>
            <a:pPr lvl="1">
              <a:defRPr sz="2200" b="0">
                <a:latin typeface="Calibri Light"/>
              </a:defRPr>
            </a:pPr>
            <a:r>
              <a:rPr lang="en-US" sz="2200" b="0">
                <a:latin typeface="Calibri Light"/>
              </a:rPr>
              <a:t>Forecasting weather </a:t>
            </a:r>
          </a:p>
          <a:p>
            <a:pPr lvl="1">
              <a:defRPr sz="2200" b="0">
                <a:latin typeface="Calibri Light"/>
              </a:defRPr>
            </a:pPr>
            <a:r>
              <a:rPr lang="en-US" sz="2200" b="0">
                <a:latin typeface="Calibri Light"/>
              </a:rPr>
              <a:t>Detecting financial fraud</a:t>
            </a:r>
          </a:p>
          <a:p>
            <a:pPr>
              <a:defRPr sz="2400" b="0">
                <a:latin typeface="Calibri Light"/>
              </a:defRPr>
            </a:pPr>
            <a:r>
              <a:rPr lang="en-US" sz="2400" b="0">
                <a:latin typeface="Calibri Light"/>
              </a:rPr>
              <a:t>AI </a:t>
            </a:r>
            <a:r>
              <a:rPr lang="en-US" sz="2400" b="1">
                <a:latin typeface="Calibri Light"/>
              </a:rPr>
              <a:t>can make technology more accessible</a:t>
            </a:r>
          </a:p>
          <a:p>
            <a:pPr lvl="1">
              <a:defRPr sz="2200" b="0">
                <a:latin typeface="Calibri Light"/>
              </a:defRPr>
            </a:pPr>
            <a:r>
              <a:rPr lang="en-US" sz="2200" b="0">
                <a:latin typeface="Calibri Light"/>
              </a:rPr>
              <a:t>Describe images , Convert speech to text , Convert text to speech , Recognize objects , Translate languages , Generate alternative descriptions</a:t>
            </a:r>
          </a:p>
          <a:p>
            <a:pPr>
              <a:defRPr sz="2400" b="0">
                <a:latin typeface="Calibri Light"/>
              </a:defRPr>
            </a:pPr>
            <a:r>
              <a:rPr lang="en-US" sz="2400" b="0">
                <a:latin typeface="Calibri Light"/>
              </a:rPr>
              <a:t>AI </a:t>
            </a:r>
            <a:r>
              <a:rPr lang="en-US" sz="2400" b="1">
                <a:latin typeface="Calibri Light"/>
              </a:rPr>
              <a:t>can apply learnings to create </a:t>
            </a:r>
            <a:r>
              <a:rPr lang="en-US" sz="2400" b="0">
                <a:latin typeface="Calibri Light"/>
              </a:rPr>
              <a:t>new solutions and data</a:t>
            </a:r>
          </a:p>
        </p:txBody>
      </p:sp>
    </p:spTree>
    <p:extLst>
      <p:ext uri="{BB962C8B-B14F-4D97-AF65-F5344CB8AC3E}">
        <p14:creationId xmlns:p14="http://schemas.microsoft.com/office/powerpoint/2010/main" val="3794474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9D575-3A5D-6181-608A-421DACB954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26CE5C-4BB2-C16C-35F6-99233B3E5D78}"/>
              </a:ext>
            </a:extLst>
          </p:cNvPr>
          <p:cNvSpPr>
            <a:spLocks noGrp="1"/>
          </p:cNvSpPr>
          <p:nvPr>
            <p:ph type="title"/>
          </p:nvPr>
        </p:nvSpPr>
        <p:spPr/>
        <p:txBody>
          <a:bodyPr/>
          <a:lstStyle/>
          <a:p>
            <a:r>
              <a:rPr lang="en-US"/>
              <a:t>Have you wondered how AI works or gives you the answers ?</a:t>
            </a:r>
          </a:p>
        </p:txBody>
      </p:sp>
    </p:spTree>
    <p:extLst>
      <p:ext uri="{BB962C8B-B14F-4D97-AF65-F5344CB8AC3E}">
        <p14:creationId xmlns:p14="http://schemas.microsoft.com/office/powerpoint/2010/main" val="3426211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F8EEC-4B1E-DDBE-A843-E361CF91E470}"/>
              </a:ext>
            </a:extLst>
          </p:cNvPr>
          <p:cNvSpPr>
            <a:spLocks noGrp="1"/>
          </p:cNvSpPr>
          <p:nvPr>
            <p:ph type="title"/>
          </p:nvPr>
        </p:nvSpPr>
        <p:spPr>
          <a:xfrm>
            <a:off x="300644" y="411480"/>
            <a:ext cx="11369040" cy="685800"/>
          </a:xfrm>
        </p:spPr>
        <p:txBody>
          <a:bodyPr wrap="square">
            <a:noAutofit/>
          </a:bodyPr>
          <a:lstStyle/>
          <a:p>
            <a:pPr algn="l">
              <a:defRPr sz="3600" b="1">
                <a:latin typeface="Calibri Light"/>
              </a:defRPr>
            </a:pPr>
            <a:r>
              <a:rPr lang="en-US" sz="3600" b="1">
                <a:latin typeface="Calibri Light"/>
              </a:rPr>
              <a:t>How to make a machine learn and think?</a:t>
            </a:r>
            <a:endParaRPr lang="en-US"/>
          </a:p>
          <a:p>
            <a:pPr algn="l">
              <a:defRPr sz="3600" b="1">
                <a:latin typeface="Calibri Light"/>
              </a:defRPr>
            </a:pPr>
            <a:endParaRPr lang="en-US"/>
          </a:p>
        </p:txBody>
      </p:sp>
      <p:sp>
        <p:nvSpPr>
          <p:cNvPr id="3" name="Content Placeholder 2">
            <a:extLst>
              <a:ext uri="{FF2B5EF4-FFF2-40B4-BE49-F238E27FC236}">
                <a16:creationId xmlns:a16="http://schemas.microsoft.com/office/drawing/2014/main" id="{5A3C6E3F-4B9A-4B1D-75D5-3D3C6D80A88F}"/>
              </a:ext>
            </a:extLst>
          </p:cNvPr>
          <p:cNvSpPr>
            <a:spLocks noGrp="1"/>
          </p:cNvSpPr>
          <p:nvPr>
            <p:ph idx="1"/>
          </p:nvPr>
        </p:nvSpPr>
        <p:spPr>
          <a:xfrm>
            <a:off x="640080" y="1097280"/>
            <a:ext cx="10911840" cy="5349240"/>
          </a:xfrm>
        </p:spPr>
        <p:txBody>
          <a:bodyPr vert="horz" wrap="square" lIns="91440" tIns="45720" rIns="91440" bIns="45720" rtlCol="0" anchor="t">
            <a:normAutofit lnSpcReduction="10000"/>
          </a:bodyPr>
          <a:lstStyle/>
          <a:p>
            <a:pPr>
              <a:defRPr sz="2400" b="0">
                <a:latin typeface="Calibri Light"/>
              </a:defRPr>
            </a:pPr>
            <a:r>
              <a:rPr lang="en-US" sz="2400" b="0">
                <a:latin typeface="Calibri Light"/>
                <a:ea typeface="+mn-lt"/>
                <a:cs typeface="+mn-lt"/>
              </a:rPr>
              <a:t>Instead of explicitly programming rules ("If X do Y"), we feed the computer data and let it learn the rules itself.</a:t>
            </a:r>
          </a:p>
          <a:p>
            <a:pPr>
              <a:defRPr sz="2400" b="0">
                <a:latin typeface="Calibri Light"/>
              </a:defRPr>
            </a:pPr>
            <a:r>
              <a:rPr lang="en-US" sz="2400" b="0">
                <a:latin typeface="Calibri Light"/>
              </a:rPr>
              <a:t>Traditional Programming</a:t>
            </a:r>
            <a:endParaRPr lang="en-US" sz="2400" b="0">
              <a:latin typeface="Calibri Light"/>
              <a:ea typeface="Calibri Light"/>
              <a:cs typeface="Calibri Light"/>
            </a:endParaRPr>
          </a:p>
          <a:p>
            <a:pPr lvl="1">
              <a:defRPr sz="2200" b="0">
                <a:latin typeface="Calibri Light"/>
              </a:defRPr>
            </a:pPr>
            <a:r>
              <a:rPr lang="en-US" sz="2200" b="1">
                <a:latin typeface="Calibri Light"/>
                <a:ea typeface="+mn-lt"/>
                <a:cs typeface="+mn-lt"/>
              </a:rPr>
              <a:t>Program → Computer → Output</a:t>
            </a:r>
            <a:endParaRPr lang="en-US" b="1"/>
          </a:p>
          <a:p>
            <a:pPr lvl="1">
              <a:defRPr sz="2400" b="0">
                <a:latin typeface="Calibri Light"/>
              </a:defRPr>
            </a:pPr>
            <a:r>
              <a:rPr lang="en-US" sz="2200">
                <a:latin typeface="Calibri Light"/>
              </a:rPr>
              <a:t>Programmer plays a crucial role in assuring accuracy and coverage </a:t>
            </a:r>
            <a:endParaRPr lang="en-US" sz="2200">
              <a:latin typeface="Calibri Light"/>
              <a:ea typeface="Calibri Light"/>
              <a:cs typeface="Calibri Light"/>
            </a:endParaRPr>
          </a:p>
          <a:p>
            <a:pPr>
              <a:defRPr sz="2400" b="0">
                <a:latin typeface="Calibri Light"/>
              </a:defRPr>
            </a:pPr>
            <a:r>
              <a:rPr lang="en-US" sz="2400" b="0">
                <a:latin typeface="Calibri Light"/>
              </a:rPr>
              <a:t>Machine Learning</a:t>
            </a:r>
            <a:endParaRPr lang="en-US" sz="2400" b="0">
              <a:latin typeface="Calibri Light"/>
              <a:ea typeface="Calibri Light"/>
              <a:cs typeface="Calibri Light"/>
            </a:endParaRPr>
          </a:p>
          <a:p>
            <a:pPr lvl="1">
              <a:defRPr sz="2200" b="0">
                <a:latin typeface="Calibri Light"/>
              </a:defRPr>
            </a:pPr>
            <a:r>
              <a:rPr lang="en-US" sz="2200" b="1">
                <a:latin typeface="Calibri Light"/>
                <a:ea typeface="+mn-lt"/>
                <a:cs typeface="+mn-lt"/>
              </a:rPr>
              <a:t>Data + Output → Computer → Program (Model)</a:t>
            </a:r>
          </a:p>
          <a:p>
            <a:pPr lvl="1">
              <a:defRPr sz="2200" b="0">
                <a:latin typeface="Calibri Light"/>
              </a:defRPr>
            </a:pPr>
            <a:r>
              <a:rPr lang="en-US" sz="2200" b="0">
                <a:latin typeface="Calibri Light"/>
                <a:ea typeface="+mn-lt"/>
                <a:cs typeface="+mn-lt"/>
              </a:rPr>
              <a:t>Training the Model with Data 	</a:t>
            </a:r>
          </a:p>
          <a:p>
            <a:pPr lvl="1">
              <a:defRPr sz="2200" b="0">
                <a:latin typeface="Calibri Light"/>
              </a:defRPr>
            </a:pPr>
            <a:r>
              <a:rPr lang="en-US" sz="2200">
                <a:latin typeface="Calibri Light"/>
                <a:ea typeface="+mn-lt"/>
                <a:cs typeface="+mn-lt"/>
              </a:rPr>
              <a:t>Data plays a crucial role in assuring accuracy and coverage</a:t>
            </a:r>
          </a:p>
          <a:p>
            <a:pPr>
              <a:defRPr sz="2200" b="0">
                <a:latin typeface="Calibri Light"/>
              </a:defRPr>
            </a:pPr>
            <a:r>
              <a:rPr lang="en-US" sz="2400">
                <a:latin typeface="Calibri Light"/>
                <a:ea typeface="+mn-lt"/>
                <a:cs typeface="+mn-lt"/>
              </a:rPr>
              <a:t>Machines need to be trained like training children or pets </a:t>
            </a:r>
          </a:p>
          <a:p>
            <a:pPr marL="457200" lvl="1" indent="0">
              <a:buNone/>
              <a:defRPr sz="2200" b="0">
                <a:latin typeface="Calibri Light"/>
              </a:defRPr>
            </a:pPr>
            <a:r>
              <a:rPr lang="en-US" sz="2200">
                <a:latin typeface="Calibri Light"/>
                <a:ea typeface="+mn-lt"/>
                <a:cs typeface="+mn-lt"/>
              </a:rPr>
              <a:t> </a:t>
            </a:r>
            <a:endParaRPr lang="en-US" sz="2200" b="0">
              <a:latin typeface="Calibri Light"/>
              <a:ea typeface="+mn-lt"/>
              <a:cs typeface="+mn-lt"/>
            </a:endParaRPr>
          </a:p>
          <a:p>
            <a:pPr marL="457200" lvl="1" indent="0">
              <a:buNone/>
              <a:defRPr sz="2200" b="0">
                <a:latin typeface="Calibri Light"/>
              </a:defRPr>
            </a:pPr>
            <a:endParaRPr lang="en-US" sz="2200" b="0">
              <a:latin typeface="Calibri Light"/>
              <a:ea typeface="+mn-lt"/>
              <a:cs typeface="+mn-lt"/>
            </a:endParaRPr>
          </a:p>
          <a:p>
            <a:pPr>
              <a:defRPr sz="2400" b="0">
                <a:latin typeface="Calibri Light"/>
              </a:defRPr>
            </a:pPr>
            <a:r>
              <a:rPr lang="en-US" sz="2400" b="0">
                <a:latin typeface="Calibri Light"/>
                <a:ea typeface="+mn-lt"/>
                <a:cs typeface="+mn-lt"/>
              </a:rPr>
              <a:t>AI is not new; it has been evolving since 1950s from foundations, to internet era, data era, deep learning and generative AI</a:t>
            </a:r>
            <a:endParaRPr lang="en-US"/>
          </a:p>
          <a:p>
            <a:pPr>
              <a:defRPr sz="2400" b="0">
                <a:latin typeface="Calibri Light"/>
              </a:defRPr>
            </a:pPr>
            <a:endParaRPr lang="en-US">
              <a:ea typeface="Calibri Light"/>
              <a:cs typeface="Calibri Light"/>
            </a:endParaRPr>
          </a:p>
          <a:p>
            <a:pPr>
              <a:defRPr sz="2400" b="0">
                <a:latin typeface="Calibri Light"/>
              </a:defRPr>
            </a:pPr>
            <a:endParaRPr lang="en-US"/>
          </a:p>
        </p:txBody>
      </p:sp>
      <p:pic>
        <p:nvPicPr>
          <p:cNvPr id="4" name="Picture 3" descr="The slide includes an illustration of a robotic arm arranging colored blocks, representing a machine learning system learning from data rather than following fixed instructions.">
            <a:extLst>
              <a:ext uri="{FF2B5EF4-FFF2-40B4-BE49-F238E27FC236}">
                <a16:creationId xmlns:a16="http://schemas.microsoft.com/office/drawing/2014/main" id="{F954CED9-505B-CB86-2B7C-D4F9CFA37E5A}"/>
              </a:ext>
            </a:extLst>
          </p:cNvPr>
          <p:cNvPicPr>
            <a:picLocks noChangeAspect="1"/>
          </p:cNvPicPr>
          <p:nvPr/>
        </p:nvPicPr>
        <p:blipFill>
          <a:blip r:embed="rId3"/>
          <a:stretch>
            <a:fillRect/>
          </a:stretch>
        </p:blipFill>
        <p:spPr>
          <a:xfrm>
            <a:off x="9909851" y="5334082"/>
            <a:ext cx="2191199" cy="1371518"/>
          </a:xfrm>
          <a:prstGeom prst="rect">
            <a:avLst/>
          </a:prstGeom>
        </p:spPr>
      </p:pic>
      <p:graphicFrame>
        <p:nvGraphicFramePr>
          <p:cNvPr id="6" name="Diagram 5">
            <a:extLst>
              <a:ext uri="{FF2B5EF4-FFF2-40B4-BE49-F238E27FC236}">
                <a16:creationId xmlns:a16="http://schemas.microsoft.com/office/drawing/2014/main" id="{34676CF1-541A-9264-BD46-2180C732A607}"/>
              </a:ext>
            </a:extLst>
          </p:cNvPr>
          <p:cNvGraphicFramePr/>
          <p:nvPr>
            <p:extLst>
              <p:ext uri="{D42A27DB-BD31-4B8C-83A1-F6EECF244321}">
                <p14:modId xmlns:p14="http://schemas.microsoft.com/office/powerpoint/2010/main" val="2528955403"/>
              </p:ext>
            </p:extLst>
          </p:nvPr>
        </p:nvGraphicFramePr>
        <p:xfrm>
          <a:off x="7559471" y="2371119"/>
          <a:ext cx="4329471" cy="212185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13635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9B47B-B4AE-72DE-AE60-EB086F5E289E}"/>
              </a:ext>
            </a:extLst>
          </p:cNvPr>
          <p:cNvSpPr>
            <a:spLocks noGrp="1"/>
          </p:cNvSpPr>
          <p:nvPr>
            <p:ph type="title"/>
          </p:nvPr>
        </p:nvSpPr>
        <p:spPr>
          <a:xfrm>
            <a:off x="411480" y="182880"/>
            <a:ext cx="11369040" cy="685800"/>
          </a:xfrm>
        </p:spPr>
        <p:txBody>
          <a:bodyPr wrap="square">
            <a:noAutofit/>
          </a:bodyPr>
          <a:lstStyle/>
          <a:p>
            <a:pPr algn="l">
              <a:defRPr sz="3600" b="1">
                <a:latin typeface="Calibri Light"/>
              </a:defRPr>
            </a:pPr>
            <a:r>
              <a:rPr lang="en-US" sz="3600" b="1">
                <a:latin typeface="Calibri Light"/>
              </a:rPr>
              <a:t>Data – The fuel of Artificial Intelligence</a:t>
            </a:r>
          </a:p>
        </p:txBody>
      </p:sp>
      <p:sp>
        <p:nvSpPr>
          <p:cNvPr id="3" name="Content Placeholder 2">
            <a:extLst>
              <a:ext uri="{FF2B5EF4-FFF2-40B4-BE49-F238E27FC236}">
                <a16:creationId xmlns:a16="http://schemas.microsoft.com/office/drawing/2014/main" id="{B3EE9ECA-D637-9AD0-80AA-D67F8F8896EB}"/>
              </a:ext>
            </a:extLst>
          </p:cNvPr>
          <p:cNvSpPr>
            <a:spLocks noGrp="1"/>
          </p:cNvSpPr>
          <p:nvPr>
            <p:ph idx="1"/>
          </p:nvPr>
        </p:nvSpPr>
        <p:spPr>
          <a:xfrm>
            <a:off x="640080" y="1097280"/>
            <a:ext cx="10911840" cy="5349240"/>
          </a:xfrm>
        </p:spPr>
        <p:txBody>
          <a:bodyPr vert="horz" wrap="square" lIns="91440" tIns="45720" rIns="91440" bIns="45720" rtlCol="0" anchor="t">
            <a:normAutofit/>
          </a:bodyPr>
          <a:lstStyle/>
          <a:p>
            <a:pPr>
              <a:defRPr sz="2400" b="0">
                <a:latin typeface="Calibri Light"/>
              </a:defRPr>
            </a:pPr>
            <a:r>
              <a:rPr lang="en-US" sz="2400" b="0">
                <a:latin typeface="Calibri Light"/>
              </a:rPr>
              <a:t>Data is </a:t>
            </a:r>
            <a:r>
              <a:rPr lang="en-US" sz="2400" b="1">
                <a:latin typeface="Calibri Light"/>
              </a:rPr>
              <a:t>the fuel and source of intelligence </a:t>
            </a:r>
            <a:r>
              <a:rPr lang="en-US" sz="2400" b="0">
                <a:latin typeface="Calibri Light"/>
              </a:rPr>
              <a:t>for AI Models</a:t>
            </a:r>
          </a:p>
          <a:p>
            <a:pPr>
              <a:defRPr sz="2400" b="0">
                <a:latin typeface="Calibri Light"/>
              </a:defRPr>
            </a:pPr>
            <a:r>
              <a:rPr lang="en-US" sz="2400" b="0">
                <a:latin typeface="Calibri Light"/>
                <a:ea typeface="+mn-lt"/>
                <a:cs typeface="+mn-lt"/>
              </a:rPr>
              <a:t>Data means </a:t>
            </a:r>
            <a:r>
              <a:rPr lang="en-US" sz="2400" b="1">
                <a:latin typeface="Calibri Light"/>
                <a:ea typeface="+mn-lt"/>
                <a:cs typeface="+mn-lt"/>
              </a:rPr>
              <a:t>raw or processed inputs </a:t>
            </a:r>
            <a:r>
              <a:rPr lang="en-US" sz="2400" b="0">
                <a:latin typeface="Calibri Light"/>
                <a:ea typeface="+mn-lt"/>
                <a:cs typeface="+mn-lt"/>
              </a:rPr>
              <a:t>that can be further processed and </a:t>
            </a:r>
            <a:r>
              <a:rPr lang="en-US" sz="2400" b="0" err="1">
                <a:latin typeface="Calibri Light"/>
                <a:ea typeface="+mn-lt"/>
                <a:cs typeface="+mn-lt"/>
              </a:rPr>
              <a:t>analysed</a:t>
            </a:r>
            <a:r>
              <a:rPr lang="en-US" sz="2400" b="0">
                <a:latin typeface="Calibri Light"/>
                <a:ea typeface="+mn-lt"/>
                <a:cs typeface="+mn-lt"/>
              </a:rPr>
              <a:t> to get useful information which provides meaningful insights for decision-making.</a:t>
            </a:r>
          </a:p>
          <a:p>
            <a:pPr>
              <a:defRPr sz="2400" b="0">
                <a:latin typeface="Calibri Light"/>
              </a:defRPr>
            </a:pPr>
            <a:r>
              <a:rPr lang="en-US" sz="2400" b="0">
                <a:latin typeface="Calibri Light"/>
                <a:ea typeface="+mn-lt"/>
                <a:cs typeface="+mn-lt"/>
              </a:rPr>
              <a:t>Data collected over a period of time shows </a:t>
            </a:r>
            <a:r>
              <a:rPr lang="en-US" sz="2400" b="1">
                <a:latin typeface="Calibri Light"/>
                <a:ea typeface="+mn-lt"/>
                <a:cs typeface="+mn-lt"/>
              </a:rPr>
              <a:t>patterns </a:t>
            </a:r>
            <a:r>
              <a:rPr lang="en-US" sz="2400" b="0">
                <a:latin typeface="Calibri Light"/>
                <a:ea typeface="+mn-lt"/>
                <a:cs typeface="+mn-lt"/>
              </a:rPr>
              <a:t>– contributes to experience and knowledge</a:t>
            </a:r>
          </a:p>
          <a:p>
            <a:pPr>
              <a:defRPr sz="2400" b="0">
                <a:latin typeface="Calibri Light"/>
              </a:defRPr>
            </a:pPr>
            <a:r>
              <a:rPr lang="en-US" sz="2400" b="0">
                <a:latin typeface="Calibri Light"/>
                <a:ea typeface="+mn-lt"/>
                <a:cs typeface="+mn-lt"/>
              </a:rPr>
              <a:t>Can be used to take decisions and predict or forecast</a:t>
            </a:r>
          </a:p>
          <a:p>
            <a:pPr>
              <a:defRPr sz="2400" b="0">
                <a:latin typeface="Calibri Light"/>
              </a:defRPr>
            </a:pPr>
            <a:r>
              <a:rPr lang="en-US" sz="2400" b="0">
                <a:latin typeface="Calibri Light"/>
              </a:rPr>
              <a:t>Collection of data is called a </a:t>
            </a:r>
            <a:r>
              <a:rPr lang="en-US" sz="2400" b="1">
                <a:latin typeface="Calibri Light"/>
              </a:rPr>
              <a:t>“Dataset” </a:t>
            </a:r>
          </a:p>
          <a:p>
            <a:pPr lvl="1">
              <a:defRPr sz="2200" b="0">
                <a:latin typeface="Calibri Light"/>
              </a:defRPr>
            </a:pPr>
            <a:r>
              <a:rPr lang="en-US" sz="2200" b="0">
                <a:latin typeface="Calibri Light"/>
              </a:rPr>
              <a:t>Huge efforts to create comprehensive datasets are undertaken to make the AI systems better</a:t>
            </a:r>
          </a:p>
          <a:p>
            <a:pPr lvl="1">
              <a:defRPr sz="2200" b="0">
                <a:latin typeface="Calibri Light"/>
              </a:defRPr>
            </a:pPr>
            <a:r>
              <a:rPr lang="en-US" sz="2200">
                <a:latin typeface="Calibri Light"/>
              </a:rPr>
              <a:t>For example, </a:t>
            </a:r>
          </a:p>
          <a:p>
            <a:pPr lvl="2">
              <a:defRPr sz="2200" b="0">
                <a:latin typeface="Calibri Light"/>
              </a:defRPr>
            </a:pPr>
            <a:r>
              <a:rPr lang="en-US" sz="1800">
                <a:latin typeface="Calibri Light"/>
              </a:rPr>
              <a:t>Dataset of cough sounds mapped to whether COVID was found in a patient with such a cough</a:t>
            </a:r>
          </a:p>
          <a:p>
            <a:pPr lvl="2">
              <a:defRPr sz="2200" b="0">
                <a:latin typeface="Calibri Light"/>
              </a:defRPr>
            </a:pPr>
            <a:r>
              <a:rPr lang="en-US" sz="1800" b="0">
                <a:latin typeface="Calibri Light"/>
              </a:rPr>
              <a:t>Dataset of bird sounds to identify the birds</a:t>
            </a:r>
          </a:p>
          <a:p>
            <a:pPr lvl="2">
              <a:defRPr sz="2200" b="0">
                <a:latin typeface="Calibri Light"/>
              </a:defRPr>
            </a:pPr>
            <a:r>
              <a:rPr lang="en-US" sz="1800">
                <a:latin typeface="Calibri Light"/>
              </a:rPr>
              <a:t>Dataset of human faces for facial recognition</a:t>
            </a:r>
          </a:p>
          <a:p>
            <a:pPr lvl="2">
              <a:defRPr sz="2200" b="0">
                <a:latin typeface="Calibri Light"/>
              </a:defRPr>
            </a:pPr>
            <a:r>
              <a:rPr lang="en-US" sz="1800" b="0">
                <a:latin typeface="Calibri Light"/>
              </a:rPr>
              <a:t>Dataset of movies watched by users </a:t>
            </a:r>
          </a:p>
        </p:txBody>
      </p:sp>
    </p:spTree>
    <p:extLst>
      <p:ext uri="{BB962C8B-B14F-4D97-AF65-F5344CB8AC3E}">
        <p14:creationId xmlns:p14="http://schemas.microsoft.com/office/powerpoint/2010/main" val="1393792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023FB-15FC-FA1D-DE9B-D29778E8270A}"/>
              </a:ext>
            </a:extLst>
          </p:cNvPr>
          <p:cNvSpPr>
            <a:spLocks noGrp="1"/>
          </p:cNvSpPr>
          <p:nvPr>
            <p:ph type="title"/>
          </p:nvPr>
        </p:nvSpPr>
        <p:spPr>
          <a:xfrm>
            <a:off x="411480" y="182880"/>
            <a:ext cx="11369040" cy="685800"/>
          </a:xfrm>
        </p:spPr>
        <p:txBody>
          <a:bodyPr wrap="square">
            <a:noAutofit/>
          </a:bodyPr>
          <a:lstStyle/>
          <a:p>
            <a:pPr algn="l">
              <a:defRPr sz="3600" b="1">
                <a:latin typeface="Calibri Light"/>
              </a:defRPr>
            </a:pPr>
            <a:r>
              <a:rPr lang="en-US" sz="3600" b="1">
                <a:latin typeface="Calibri Light"/>
              </a:rPr>
              <a:t>How to make data-driven intelligence systems better?</a:t>
            </a:r>
          </a:p>
        </p:txBody>
      </p:sp>
      <p:sp>
        <p:nvSpPr>
          <p:cNvPr id="3" name="Content Placeholder 2">
            <a:extLst>
              <a:ext uri="{FF2B5EF4-FFF2-40B4-BE49-F238E27FC236}">
                <a16:creationId xmlns:a16="http://schemas.microsoft.com/office/drawing/2014/main" id="{794D16B6-FBC4-DD7B-4C46-8AE029CE3031}"/>
              </a:ext>
            </a:extLst>
          </p:cNvPr>
          <p:cNvSpPr>
            <a:spLocks noGrp="1"/>
          </p:cNvSpPr>
          <p:nvPr>
            <p:ph idx="1"/>
          </p:nvPr>
        </p:nvSpPr>
        <p:spPr>
          <a:xfrm>
            <a:off x="412817" y="870018"/>
            <a:ext cx="11139103" cy="5603239"/>
          </a:xfrm>
        </p:spPr>
        <p:txBody>
          <a:bodyPr vert="horz" wrap="square" lIns="91440" tIns="45720" rIns="91440" bIns="45720" rtlCol="0" anchor="t">
            <a:normAutofit fontScale="92500" lnSpcReduction="10000"/>
          </a:bodyPr>
          <a:lstStyle/>
          <a:p>
            <a:pPr marL="0" indent="0">
              <a:buNone/>
              <a:defRPr sz="2200" b="0">
                <a:latin typeface="Calibri Light"/>
              </a:defRPr>
            </a:pPr>
            <a:endParaRPr lang="en-US" sz="2400">
              <a:latin typeface="Calibri Light"/>
              <a:ea typeface="Calibri Light"/>
              <a:cs typeface="Calibri Light"/>
            </a:endParaRPr>
          </a:p>
          <a:p>
            <a:pPr>
              <a:defRPr sz="2200" b="0">
                <a:latin typeface="Calibri Light"/>
              </a:defRPr>
            </a:pPr>
            <a:r>
              <a:rPr lang="en-US" sz="2400">
                <a:latin typeface="Calibri Light"/>
              </a:rPr>
              <a:t>You might have faced the issue that speech recognition works well with English compared to other regional languages – Why is that the case?</a:t>
            </a:r>
            <a:endParaRPr lang="en-US" sz="2400">
              <a:latin typeface="Calibri Light"/>
              <a:ea typeface="Calibri Light"/>
              <a:cs typeface="Calibri Light"/>
            </a:endParaRPr>
          </a:p>
          <a:p>
            <a:pPr>
              <a:defRPr sz="2200" b="0">
                <a:latin typeface="Calibri Light"/>
              </a:defRPr>
            </a:pPr>
            <a:r>
              <a:rPr lang="en-US" sz="2400">
                <a:latin typeface="Calibri Light"/>
              </a:rPr>
              <a:t>Sometimes, the responses we get may not be relevant for our region/ culture – Why is  that the case?</a:t>
            </a:r>
            <a:endParaRPr lang="en-US" sz="2400">
              <a:latin typeface="Calibri Light"/>
              <a:ea typeface="Calibri Light"/>
              <a:cs typeface="Calibri Light"/>
            </a:endParaRPr>
          </a:p>
          <a:p>
            <a:pPr>
              <a:defRPr sz="2400" b="0">
                <a:latin typeface="Calibri Light"/>
              </a:defRPr>
            </a:pPr>
            <a:r>
              <a:rPr lang="en-US" b="0">
                <a:latin typeface="Calibri Light"/>
                <a:ea typeface="+mn-lt"/>
                <a:cs typeface="+mn-lt"/>
              </a:rPr>
              <a:t>Depends on the dat</a:t>
            </a:r>
            <a:r>
              <a:rPr lang="en-US">
                <a:latin typeface="Calibri Light"/>
                <a:ea typeface="+mn-lt"/>
                <a:cs typeface="+mn-lt"/>
              </a:rPr>
              <a:t>a used for building the models </a:t>
            </a:r>
          </a:p>
          <a:p>
            <a:pPr>
              <a:defRPr sz="2400" b="0">
                <a:latin typeface="Calibri Light"/>
              </a:defRPr>
            </a:pPr>
            <a:r>
              <a:rPr lang="en-US">
                <a:latin typeface="Calibri Light"/>
                <a:ea typeface="Calibri Light"/>
                <a:cs typeface="Calibri Light"/>
              </a:rPr>
              <a:t>If the quality of data is bad, then the decisions taken by the AI model will also </a:t>
            </a:r>
            <a:r>
              <a:rPr lang="en-US" err="1">
                <a:latin typeface="Calibri Light"/>
                <a:ea typeface="Calibri Light"/>
                <a:cs typeface="Calibri Light"/>
              </a:rPr>
              <a:t>beinaccurate</a:t>
            </a:r>
            <a:r>
              <a:rPr lang="en-US">
                <a:latin typeface="Calibri Light"/>
                <a:ea typeface="Calibri Light"/>
                <a:cs typeface="Calibri Light"/>
              </a:rPr>
              <a:t> </a:t>
            </a:r>
          </a:p>
          <a:p>
            <a:pPr>
              <a:buFont typeface="Courier New,monospace" panose="020B0604020202020204" pitchFamily="34" charset="0"/>
              <a:buChar char="o"/>
              <a:defRPr sz="2400" b="0">
                <a:latin typeface="Calibri Light"/>
              </a:defRPr>
            </a:pPr>
            <a:r>
              <a:rPr lang="en-US" b="1">
                <a:latin typeface="Calibri Light"/>
                <a:ea typeface="Calibri Light"/>
                <a:cs typeface="Calibri Light"/>
              </a:rPr>
              <a:t>Any bias in data or any bad design </a:t>
            </a:r>
            <a:r>
              <a:rPr lang="en-US">
                <a:latin typeface="Calibri Light"/>
                <a:ea typeface="Calibri Light"/>
                <a:cs typeface="Calibri Light"/>
              </a:rPr>
              <a:t>translates into inaccuracies, bias, </a:t>
            </a:r>
            <a:r>
              <a:rPr lang="en-US" err="1">
                <a:latin typeface="Calibri Light"/>
                <a:ea typeface="Calibri Light"/>
                <a:cs typeface="Calibri Light"/>
              </a:rPr>
              <a:t>inequalities,incorrect</a:t>
            </a:r>
            <a:r>
              <a:rPr lang="en-US">
                <a:latin typeface="Calibri Light"/>
                <a:ea typeface="Calibri Light"/>
                <a:cs typeface="Calibri Light"/>
              </a:rPr>
              <a:t> predictions etc.</a:t>
            </a:r>
          </a:p>
          <a:p>
            <a:pPr>
              <a:defRPr sz="2400" b="0">
                <a:latin typeface="Calibri Light"/>
              </a:defRPr>
            </a:pPr>
            <a:endParaRPr lang="en-US" b="0">
              <a:latin typeface="Calibri Light"/>
              <a:ea typeface="+mn-lt"/>
              <a:cs typeface="+mn-lt"/>
            </a:endParaRPr>
          </a:p>
          <a:p>
            <a:pPr>
              <a:defRPr sz="2400" b="0">
                <a:latin typeface="Calibri Light"/>
              </a:defRPr>
            </a:pPr>
            <a:r>
              <a:rPr lang="en-US" b="0">
                <a:latin typeface="Calibri Light"/>
                <a:ea typeface="+mn-lt"/>
                <a:cs typeface="+mn-lt"/>
              </a:rPr>
              <a:t>Do humans use data?</a:t>
            </a:r>
          </a:p>
          <a:p>
            <a:pPr lvl="1">
              <a:defRPr sz="2200" b="0">
                <a:latin typeface="Calibri Light"/>
              </a:defRPr>
            </a:pPr>
            <a:r>
              <a:rPr lang="en-US" b="0">
                <a:latin typeface="Calibri Light"/>
              </a:rPr>
              <a:t>Yes, just like we need </a:t>
            </a:r>
            <a:r>
              <a:rPr lang="en-US" b="1">
                <a:latin typeface="Calibri Light"/>
              </a:rPr>
              <a:t>good data </a:t>
            </a:r>
            <a:r>
              <a:rPr lang="en-US" b="0">
                <a:latin typeface="Calibri Light"/>
              </a:rPr>
              <a:t>to take proper decisions</a:t>
            </a:r>
            <a:endParaRPr lang="en-US" b="0">
              <a:latin typeface="Calibri Light"/>
              <a:ea typeface="Calibri Light"/>
              <a:cs typeface="Calibri Light"/>
            </a:endParaRPr>
          </a:p>
          <a:p>
            <a:pPr lvl="1">
              <a:defRPr sz="2200" b="0">
                <a:latin typeface="Calibri Light"/>
              </a:defRPr>
            </a:pPr>
            <a:r>
              <a:rPr lang="en-US" b="0">
                <a:latin typeface="Calibri Light"/>
              </a:rPr>
              <a:t>However, </a:t>
            </a:r>
            <a:r>
              <a:rPr lang="en-US" b="1">
                <a:latin typeface="Calibri Light"/>
              </a:rPr>
              <a:t>we do not use data alone</a:t>
            </a:r>
            <a:endParaRPr lang="en-US">
              <a:latin typeface="Calibri Light"/>
            </a:endParaRPr>
          </a:p>
          <a:p>
            <a:pPr lvl="1">
              <a:defRPr sz="2200" b="0">
                <a:latin typeface="Calibri Light"/>
              </a:defRPr>
            </a:pPr>
            <a:r>
              <a:rPr lang="en-US" b="0">
                <a:latin typeface="Calibri Light"/>
              </a:rPr>
              <a:t>We </a:t>
            </a:r>
            <a:r>
              <a:rPr lang="en-US" b="1">
                <a:latin typeface="Calibri Light"/>
              </a:rPr>
              <a:t>also use our intelligence, conscience and intuition</a:t>
            </a:r>
            <a:endParaRPr lang="en-US" b="0">
              <a:latin typeface="Calibri Light"/>
              <a:ea typeface="Calibri Light"/>
              <a:cs typeface="Calibri Light"/>
            </a:endParaRPr>
          </a:p>
          <a:p>
            <a:pPr lvl="1">
              <a:defRPr sz="2200" b="0">
                <a:latin typeface="Calibri Light"/>
              </a:defRPr>
            </a:pPr>
            <a:r>
              <a:rPr lang="en-US" b="0">
                <a:latin typeface="Calibri Light"/>
              </a:rPr>
              <a:t>In the absence of these in a machine, </a:t>
            </a:r>
            <a:r>
              <a:rPr lang="en-US" b="1">
                <a:latin typeface="Calibri Light"/>
              </a:rPr>
              <a:t>only data contributes majorly to artificial intelligence </a:t>
            </a:r>
            <a:r>
              <a:rPr lang="en-US" b="0">
                <a:latin typeface="Calibri Light"/>
              </a:rPr>
              <a:t>and that can lead to mistakes and errors</a:t>
            </a:r>
            <a:endParaRPr lang="en-US" b="0">
              <a:latin typeface="Calibri Light"/>
              <a:ea typeface="Calibri Light"/>
              <a:cs typeface="Calibri Light"/>
            </a:endParaRPr>
          </a:p>
        </p:txBody>
      </p:sp>
    </p:spTree>
    <p:extLst>
      <p:ext uri="{BB962C8B-B14F-4D97-AF65-F5344CB8AC3E}">
        <p14:creationId xmlns:p14="http://schemas.microsoft.com/office/powerpoint/2010/main" val="270304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F2C89-0AFA-487C-752A-7E3BE93FA343}"/>
              </a:ext>
            </a:extLst>
          </p:cNvPr>
          <p:cNvSpPr>
            <a:spLocks noGrp="1"/>
          </p:cNvSpPr>
          <p:nvPr>
            <p:ph type="title"/>
          </p:nvPr>
        </p:nvSpPr>
        <p:spPr>
          <a:xfrm>
            <a:off x="3411955" y="934370"/>
            <a:ext cx="10515600" cy="2852737"/>
          </a:xfrm>
        </p:spPr>
        <p:txBody>
          <a:bodyPr/>
          <a:lstStyle/>
          <a:p>
            <a:r>
              <a:rPr lang="en-US"/>
              <a:t>AI In Education</a:t>
            </a:r>
          </a:p>
        </p:txBody>
      </p:sp>
    </p:spTree>
    <p:extLst>
      <p:ext uri="{BB962C8B-B14F-4D97-AF65-F5344CB8AC3E}">
        <p14:creationId xmlns:p14="http://schemas.microsoft.com/office/powerpoint/2010/main" val="2287578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51A40-8236-1DF9-D053-7EA2AE19B7B3}"/>
              </a:ext>
            </a:extLst>
          </p:cNvPr>
          <p:cNvSpPr>
            <a:spLocks noGrp="1"/>
          </p:cNvSpPr>
          <p:nvPr>
            <p:ph type="title"/>
          </p:nvPr>
        </p:nvSpPr>
        <p:spPr>
          <a:xfrm>
            <a:off x="411480" y="182880"/>
            <a:ext cx="11369040" cy="685800"/>
          </a:xfrm>
        </p:spPr>
        <p:txBody>
          <a:bodyPr wrap="square">
            <a:noAutofit/>
          </a:bodyPr>
          <a:lstStyle/>
          <a:p>
            <a:pPr algn="l">
              <a:defRPr sz="3600" b="1">
                <a:latin typeface="Calibri Light"/>
              </a:defRPr>
            </a:pPr>
            <a:r>
              <a:rPr lang="en-US" sz="3600" b="1">
                <a:latin typeface="Calibri Light"/>
              </a:rPr>
              <a:t>Examples of data from education </a:t>
            </a:r>
          </a:p>
        </p:txBody>
      </p:sp>
      <p:graphicFrame>
        <p:nvGraphicFramePr>
          <p:cNvPr id="7" name="Content Placeholder 6">
            <a:extLst>
              <a:ext uri="{FF2B5EF4-FFF2-40B4-BE49-F238E27FC236}">
                <a16:creationId xmlns:a16="http://schemas.microsoft.com/office/drawing/2014/main" id="{B300AB39-4EC2-2D6D-DA64-CFE5F60F7F6E}"/>
              </a:ext>
            </a:extLst>
          </p:cNvPr>
          <p:cNvGraphicFramePr>
            <a:graphicFrameLocks noGrp="1"/>
          </p:cNvGraphicFramePr>
          <p:nvPr>
            <p:ph idx="1"/>
          </p:nvPr>
        </p:nvGraphicFramePr>
        <p:xfrm>
          <a:off x="838200" y="1368425"/>
          <a:ext cx="10515598" cy="5212080"/>
        </p:xfrm>
        <a:graphic>
          <a:graphicData uri="http://schemas.openxmlformats.org/drawingml/2006/table">
            <a:tbl>
              <a:tblPr bandRow="1">
                <a:tableStyleId>{F5AB1C69-6EDB-4FF4-983F-18BD219EF322}</a:tableStyleId>
              </a:tblPr>
              <a:tblGrid>
                <a:gridCol w="2172368">
                  <a:extLst>
                    <a:ext uri="{9D8B030D-6E8A-4147-A177-3AD203B41FA5}">
                      <a16:colId xmlns:a16="http://schemas.microsoft.com/office/drawing/2014/main" val="1420388928"/>
                    </a:ext>
                  </a:extLst>
                </a:gridCol>
                <a:gridCol w="4838031">
                  <a:extLst>
                    <a:ext uri="{9D8B030D-6E8A-4147-A177-3AD203B41FA5}">
                      <a16:colId xmlns:a16="http://schemas.microsoft.com/office/drawing/2014/main" val="2089202906"/>
                    </a:ext>
                  </a:extLst>
                </a:gridCol>
                <a:gridCol w="3505199">
                  <a:extLst>
                    <a:ext uri="{9D8B030D-6E8A-4147-A177-3AD203B41FA5}">
                      <a16:colId xmlns:a16="http://schemas.microsoft.com/office/drawing/2014/main" val="4056643184"/>
                    </a:ext>
                  </a:extLst>
                </a:gridCol>
              </a:tblGrid>
              <a:tr h="0">
                <a:tc>
                  <a:txBody>
                    <a:bodyPr/>
                    <a:lstStyle/>
                    <a:p>
                      <a:pPr>
                        <a:buNone/>
                        <a:defRPr sz="1800" b="1">
                          <a:latin typeface="Calibri Light"/>
                        </a:defRPr>
                      </a:pPr>
                      <a:r>
                        <a:rPr lang="en-US" sz="1800" b="1"/>
                        <a:t>Data Type</a:t>
                      </a:r>
                      <a:endParaRPr lang="en-US" sz="1800"/>
                    </a:p>
                  </a:txBody>
                  <a:tcPr anchor="ctr"/>
                </a:tc>
                <a:tc>
                  <a:txBody>
                    <a:bodyPr/>
                    <a:lstStyle/>
                    <a:p>
                      <a:pPr>
                        <a:buNone/>
                        <a:defRPr sz="1800" b="1">
                          <a:latin typeface="Calibri Light"/>
                        </a:defRPr>
                      </a:pPr>
                      <a:r>
                        <a:rPr lang="en-US" sz="1800" b="1"/>
                        <a:t>Examples in School Education</a:t>
                      </a:r>
                      <a:endParaRPr lang="en-US" sz="1800"/>
                    </a:p>
                  </a:txBody>
                  <a:tcPr anchor="ctr"/>
                </a:tc>
                <a:tc>
                  <a:txBody>
                    <a:bodyPr/>
                    <a:lstStyle/>
                    <a:p>
                      <a:pPr>
                        <a:buNone/>
                        <a:defRPr sz="1800" b="1">
                          <a:latin typeface="Calibri Light"/>
                        </a:defRPr>
                      </a:pPr>
                      <a:r>
                        <a:rPr lang="en-US" sz="1800" b="1"/>
                        <a:t>How it can be used</a:t>
                      </a:r>
                      <a:endParaRPr lang="en-US" sz="1800"/>
                    </a:p>
                  </a:txBody>
                  <a:tcPr anchor="ctr"/>
                </a:tc>
                <a:extLst>
                  <a:ext uri="{0D108BD9-81ED-4DB2-BD59-A6C34878D82A}">
                    <a16:rowId xmlns:a16="http://schemas.microsoft.com/office/drawing/2014/main" val="1226661674"/>
                  </a:ext>
                </a:extLst>
              </a:tr>
              <a:tr h="0">
                <a:tc>
                  <a:txBody>
                    <a:bodyPr/>
                    <a:lstStyle/>
                    <a:p>
                      <a:pPr>
                        <a:buNone/>
                        <a:defRPr sz="1800" b="0">
                          <a:latin typeface="Calibri Light"/>
                        </a:defRPr>
                      </a:pPr>
                      <a:r>
                        <a:rPr lang="en-US" sz="1800" b="0"/>
                        <a:t>Numerical Data</a:t>
                      </a:r>
                      <a:endParaRPr lang="en-US" sz="1800"/>
                    </a:p>
                  </a:txBody>
                  <a:tcPr anchor="ctr"/>
                </a:tc>
                <a:tc>
                  <a:txBody>
                    <a:bodyPr/>
                    <a:lstStyle/>
                    <a:p>
                      <a:pPr>
                        <a:buNone/>
                        <a:defRPr sz="1800" b="0">
                          <a:latin typeface="Calibri Light"/>
                        </a:defRPr>
                      </a:pPr>
                      <a:r>
                        <a:rPr lang="en-US" sz="1800" b="0"/>
                        <a:t>Student marks, attendance percentage, number of assignments submitted, test scores, class strength, time spent on an LMS</a:t>
                      </a:r>
                      <a:endParaRPr lang="en-US" sz="1800" b="0">
                        <a:latin typeface="Calibri Light"/>
                      </a:endParaRPr>
                    </a:p>
                  </a:txBody>
                  <a:tcPr anchor="ctr"/>
                </a:tc>
                <a:tc>
                  <a:txBody>
                    <a:bodyPr/>
                    <a:lstStyle/>
                    <a:p>
                      <a:pPr>
                        <a:buNone/>
                        <a:defRPr sz="1800" b="0">
                          <a:latin typeface="Calibri Light"/>
                        </a:defRPr>
                      </a:pPr>
                      <a:r>
                        <a:rPr lang="en-US" sz="1800" b="0"/>
                        <a:t>Performance analysis, identifying learning gaps, tracking progress</a:t>
                      </a:r>
                      <a:endParaRPr lang="en-US" sz="1800" b="0">
                        <a:latin typeface="Calibri Light"/>
                      </a:endParaRPr>
                    </a:p>
                  </a:txBody>
                  <a:tcPr anchor="ctr"/>
                </a:tc>
                <a:extLst>
                  <a:ext uri="{0D108BD9-81ED-4DB2-BD59-A6C34878D82A}">
                    <a16:rowId xmlns:a16="http://schemas.microsoft.com/office/drawing/2014/main" val="3061108393"/>
                  </a:ext>
                </a:extLst>
              </a:tr>
              <a:tr h="0">
                <a:tc>
                  <a:txBody>
                    <a:bodyPr/>
                    <a:lstStyle/>
                    <a:p>
                      <a:pPr>
                        <a:buNone/>
                        <a:defRPr sz="1800" b="0">
                          <a:latin typeface="Calibri Light"/>
                        </a:defRPr>
                      </a:pPr>
                      <a:r>
                        <a:rPr lang="en-US" sz="1800" b="0"/>
                        <a:t>Text Data</a:t>
                      </a:r>
                      <a:endParaRPr lang="en-US" sz="1800"/>
                    </a:p>
                  </a:txBody>
                  <a:tcPr anchor="ctr"/>
                </a:tc>
                <a:tc>
                  <a:txBody>
                    <a:bodyPr/>
                    <a:lstStyle/>
                    <a:p>
                      <a:pPr>
                        <a:buNone/>
                        <a:defRPr sz="1800" b="0">
                          <a:latin typeface="Calibri Light"/>
                        </a:defRPr>
                      </a:pPr>
                      <a:r>
                        <a:rPr lang="en-US" sz="1800" b="0"/>
                        <a:t>Essays, answers to descriptive questions, teacher feedback, lesson plans, report cards, discussion forum posts, textbook content</a:t>
                      </a:r>
                      <a:endParaRPr lang="en-US" sz="1800" b="0">
                        <a:latin typeface="Calibri Light"/>
                      </a:endParaRPr>
                    </a:p>
                  </a:txBody>
                  <a:tcPr anchor="ctr"/>
                </a:tc>
                <a:tc>
                  <a:txBody>
                    <a:bodyPr/>
                    <a:lstStyle/>
                    <a:p>
                      <a:pPr>
                        <a:buNone/>
                        <a:defRPr sz="1800" b="0">
                          <a:latin typeface="Calibri Light"/>
                        </a:defRPr>
                      </a:pPr>
                      <a:r>
                        <a:rPr lang="en-US" sz="1800" b="0"/>
                        <a:t>Assess writing skills, generate summaries, analyze feedback, create learning resources</a:t>
                      </a:r>
                      <a:endParaRPr lang="en-US" sz="1800" b="0">
                        <a:latin typeface="Calibri Light"/>
                      </a:endParaRPr>
                    </a:p>
                  </a:txBody>
                  <a:tcPr anchor="ctr"/>
                </a:tc>
                <a:extLst>
                  <a:ext uri="{0D108BD9-81ED-4DB2-BD59-A6C34878D82A}">
                    <a16:rowId xmlns:a16="http://schemas.microsoft.com/office/drawing/2014/main" val="2778238395"/>
                  </a:ext>
                </a:extLst>
              </a:tr>
              <a:tr h="0">
                <a:tc>
                  <a:txBody>
                    <a:bodyPr/>
                    <a:lstStyle/>
                    <a:p>
                      <a:pPr>
                        <a:buNone/>
                        <a:defRPr sz="1800" b="0">
                          <a:latin typeface="Calibri Light"/>
                        </a:defRPr>
                      </a:pPr>
                      <a:r>
                        <a:rPr lang="en-US" sz="1800" b="0"/>
                        <a:t>Image Data</a:t>
                      </a:r>
                      <a:endParaRPr lang="en-US" sz="1800"/>
                    </a:p>
                  </a:txBody>
                  <a:tcPr anchor="ctr"/>
                </a:tc>
                <a:tc>
                  <a:txBody>
                    <a:bodyPr/>
                    <a:lstStyle/>
                    <a:p>
                      <a:pPr>
                        <a:buNone/>
                        <a:defRPr sz="1800" b="0">
                          <a:latin typeface="Calibri Light"/>
                        </a:defRPr>
                      </a:pPr>
                      <a:r>
                        <a:rPr lang="en-US" sz="1800" b="0"/>
                        <a:t>Scanned answer sheets, diagrams drawn by students, photographs of science experiments, artwork, geometry figures, handwritten notes</a:t>
                      </a:r>
                      <a:endParaRPr lang="en-US" sz="1800" b="0">
                        <a:latin typeface="Calibri Light"/>
                      </a:endParaRPr>
                    </a:p>
                  </a:txBody>
                  <a:tcPr anchor="ctr"/>
                </a:tc>
                <a:tc>
                  <a:txBody>
                    <a:bodyPr/>
                    <a:lstStyle/>
                    <a:p>
                      <a:pPr>
                        <a:buNone/>
                        <a:defRPr sz="1800" b="0">
                          <a:latin typeface="Calibri Light"/>
                        </a:defRPr>
                      </a:pPr>
                      <a:r>
                        <a:rPr lang="en-US" sz="1800" b="0"/>
                        <a:t>Automated evaluation, handwriting recognition, diagram analysis, portfolio assessment</a:t>
                      </a:r>
                      <a:endParaRPr lang="en-US" sz="1800" b="0">
                        <a:latin typeface="Calibri Light"/>
                      </a:endParaRPr>
                    </a:p>
                  </a:txBody>
                  <a:tcPr anchor="ctr"/>
                </a:tc>
                <a:extLst>
                  <a:ext uri="{0D108BD9-81ED-4DB2-BD59-A6C34878D82A}">
                    <a16:rowId xmlns:a16="http://schemas.microsoft.com/office/drawing/2014/main" val="2363439161"/>
                  </a:ext>
                </a:extLst>
              </a:tr>
              <a:tr h="0">
                <a:tc>
                  <a:txBody>
                    <a:bodyPr/>
                    <a:lstStyle/>
                    <a:p>
                      <a:pPr>
                        <a:buNone/>
                        <a:defRPr sz="1800" b="0">
                          <a:latin typeface="Calibri Light"/>
                        </a:defRPr>
                      </a:pPr>
                      <a:r>
                        <a:rPr lang="en-US" sz="1800" b="0"/>
                        <a:t>Audio Data</a:t>
                      </a:r>
                      <a:endParaRPr lang="en-US" sz="1800"/>
                    </a:p>
                  </a:txBody>
                  <a:tcPr anchor="ctr"/>
                </a:tc>
                <a:tc>
                  <a:txBody>
                    <a:bodyPr/>
                    <a:lstStyle/>
                    <a:p>
                      <a:pPr>
                        <a:buNone/>
                        <a:defRPr sz="1800" b="0">
                          <a:latin typeface="Calibri Light"/>
                        </a:defRPr>
                      </a:pPr>
                      <a:r>
                        <a:rPr lang="en-US" sz="1800" b="0"/>
                        <a:t>Students reading aloud, language pronunciation exercises, oral exams, teacher lectures, classroom discussions, podcast lessons</a:t>
                      </a:r>
                      <a:endParaRPr lang="en-US" sz="1800" b="0">
                        <a:latin typeface="Calibri Light"/>
                      </a:endParaRPr>
                    </a:p>
                  </a:txBody>
                  <a:tcPr anchor="ctr"/>
                </a:tc>
                <a:tc>
                  <a:txBody>
                    <a:bodyPr/>
                    <a:lstStyle/>
                    <a:p>
                      <a:pPr>
                        <a:buNone/>
                        <a:defRPr sz="1800" b="0">
                          <a:latin typeface="Calibri Light"/>
                        </a:defRPr>
                      </a:pPr>
                      <a:r>
                        <a:rPr lang="en-US" sz="1800" b="0"/>
                        <a:t>Speech assessment, pronunciation feedback, transcription, accessibility</a:t>
                      </a:r>
                      <a:endParaRPr lang="en-US" sz="1800" b="0">
                        <a:latin typeface="Calibri Light"/>
                      </a:endParaRPr>
                    </a:p>
                  </a:txBody>
                  <a:tcPr anchor="ctr"/>
                </a:tc>
                <a:extLst>
                  <a:ext uri="{0D108BD9-81ED-4DB2-BD59-A6C34878D82A}">
                    <a16:rowId xmlns:a16="http://schemas.microsoft.com/office/drawing/2014/main" val="1685780942"/>
                  </a:ext>
                </a:extLst>
              </a:tr>
              <a:tr h="0">
                <a:tc>
                  <a:txBody>
                    <a:bodyPr/>
                    <a:lstStyle/>
                    <a:p>
                      <a:pPr>
                        <a:buNone/>
                        <a:defRPr sz="1800" b="0">
                          <a:latin typeface="Calibri Light"/>
                        </a:defRPr>
                      </a:pPr>
                      <a:r>
                        <a:rPr lang="en-US" sz="1800" b="0"/>
                        <a:t>Video Data</a:t>
                      </a:r>
                      <a:endParaRPr lang="en-US" sz="1800"/>
                    </a:p>
                  </a:txBody>
                  <a:tcPr anchor="ctr"/>
                </a:tc>
                <a:tc>
                  <a:txBody>
                    <a:bodyPr/>
                    <a:lstStyle/>
                    <a:p>
                      <a:pPr>
                        <a:buNone/>
                        <a:defRPr sz="1800" b="0">
                          <a:latin typeface="Calibri Light"/>
                        </a:defRPr>
                      </a:pPr>
                      <a:r>
                        <a:rPr lang="en-US" sz="1800" b="0"/>
                        <a:t>Recorded classroom lessons, student presentations, lab experiment demonstrations, sports activities, online classes, classroom observations</a:t>
                      </a:r>
                      <a:endParaRPr lang="en-US" sz="1800" b="0">
                        <a:latin typeface="Calibri Light"/>
                      </a:endParaRPr>
                    </a:p>
                  </a:txBody>
                  <a:tcPr anchor="ctr"/>
                </a:tc>
                <a:tc>
                  <a:txBody>
                    <a:bodyPr/>
                    <a:lstStyle/>
                    <a:p>
                      <a:pPr>
                        <a:buNone/>
                        <a:defRPr sz="1800" b="0">
                          <a:latin typeface="Calibri Light"/>
                        </a:defRPr>
                      </a:pPr>
                      <a:r>
                        <a:rPr lang="en-US" sz="1800" b="0"/>
                        <a:t>Teacher training, student assessment, engagement analysis, flipped learning</a:t>
                      </a:r>
                      <a:endParaRPr lang="en-US" sz="1800" b="0">
                        <a:latin typeface="Calibri Light"/>
                      </a:endParaRPr>
                    </a:p>
                  </a:txBody>
                  <a:tcPr anchor="ctr"/>
                </a:tc>
                <a:extLst>
                  <a:ext uri="{0D108BD9-81ED-4DB2-BD59-A6C34878D82A}">
                    <a16:rowId xmlns:a16="http://schemas.microsoft.com/office/drawing/2014/main" val="3486651427"/>
                  </a:ext>
                </a:extLst>
              </a:tr>
            </a:tbl>
          </a:graphicData>
        </a:graphic>
      </p:graphicFrame>
    </p:spTree>
    <p:extLst>
      <p:ext uri="{BB962C8B-B14F-4D97-AF65-F5344CB8AC3E}">
        <p14:creationId xmlns:p14="http://schemas.microsoft.com/office/powerpoint/2010/main" val="21535546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28891-9E5A-0B7A-542B-9C59E9FF99DB}"/>
              </a:ext>
            </a:extLst>
          </p:cNvPr>
          <p:cNvSpPr>
            <a:spLocks noGrp="1"/>
          </p:cNvSpPr>
          <p:nvPr>
            <p:ph type="title"/>
          </p:nvPr>
        </p:nvSpPr>
        <p:spPr>
          <a:xfrm>
            <a:off x="411480" y="182880"/>
            <a:ext cx="11369040" cy="685800"/>
          </a:xfrm>
        </p:spPr>
        <p:txBody>
          <a:bodyPr wrap="square">
            <a:noAutofit/>
          </a:bodyPr>
          <a:lstStyle/>
          <a:p>
            <a:pPr>
              <a:defRPr sz="3600" b="1">
                <a:latin typeface="Calibri Light"/>
              </a:defRPr>
            </a:pPr>
            <a:r>
              <a:rPr lang="en-US">
                <a:ea typeface="Calibri Light"/>
                <a:cs typeface="Calibri Light"/>
              </a:rPr>
              <a:t>AI Assistance for Inclusive Education</a:t>
            </a:r>
          </a:p>
        </p:txBody>
      </p:sp>
      <p:sp>
        <p:nvSpPr>
          <p:cNvPr id="3" name="Content Placeholder 2">
            <a:extLst>
              <a:ext uri="{FF2B5EF4-FFF2-40B4-BE49-F238E27FC236}">
                <a16:creationId xmlns:a16="http://schemas.microsoft.com/office/drawing/2014/main" id="{3B71F9C1-6960-ACF7-4EF6-16701D33AFDA}"/>
              </a:ext>
            </a:extLst>
          </p:cNvPr>
          <p:cNvSpPr>
            <a:spLocks noGrp="1"/>
          </p:cNvSpPr>
          <p:nvPr>
            <p:ph idx="1"/>
          </p:nvPr>
        </p:nvSpPr>
        <p:spPr>
          <a:xfrm>
            <a:off x="640080" y="1097280"/>
            <a:ext cx="10911840" cy="5349240"/>
          </a:xfrm>
        </p:spPr>
        <p:txBody>
          <a:bodyPr vert="horz" wrap="square" lIns="91440" tIns="45720" rIns="91440" bIns="45720" rtlCol="0" anchor="t">
            <a:normAutofit/>
          </a:bodyPr>
          <a:lstStyle/>
          <a:p>
            <a:pPr>
              <a:defRPr sz="2400" b="0">
                <a:latin typeface="Calibri Light"/>
              </a:defRPr>
            </a:pPr>
            <a:r>
              <a:rPr lang="en-US" sz="2400" b="0">
                <a:latin typeface="Calibri Light"/>
              </a:rPr>
              <a:t>Lesson plan generation</a:t>
            </a:r>
          </a:p>
          <a:p>
            <a:pPr lvl="0">
              <a:defRPr sz="2400" b="0">
                <a:latin typeface="Calibri Light"/>
              </a:defRPr>
            </a:pPr>
            <a:r>
              <a:rPr lang="en-US" sz="2400" b="0">
                <a:latin typeface="Calibri Light"/>
              </a:rPr>
              <a:t>Translating materials (curricular and </a:t>
            </a:r>
            <a:r>
              <a:rPr lang="en-US" sz="2400">
                <a:latin typeface="Calibri Light"/>
              </a:rPr>
              <a:t>extra-curricular</a:t>
            </a:r>
            <a:r>
              <a:rPr lang="en-US" sz="2400" b="0">
                <a:latin typeface="Calibri Light"/>
              </a:rPr>
              <a:t>) to regional languages</a:t>
            </a:r>
            <a:endParaRPr lang="en-US" sz="2400" b="0">
              <a:latin typeface="Calibri Light"/>
              <a:ea typeface="Calibri Light"/>
              <a:cs typeface="Calibri Light"/>
            </a:endParaRPr>
          </a:p>
          <a:p>
            <a:pPr lvl="0">
              <a:defRPr sz="2400" b="0">
                <a:latin typeface="Calibri Light"/>
              </a:defRPr>
            </a:pPr>
            <a:r>
              <a:rPr lang="en-US" sz="2400" b="0">
                <a:latin typeface="Calibri Light"/>
              </a:rPr>
              <a:t>Answering students’ questions with examples from regional contexts</a:t>
            </a:r>
          </a:p>
          <a:p>
            <a:pPr lvl="0">
              <a:defRPr sz="2400" b="0">
                <a:latin typeface="Calibri Light"/>
              </a:defRPr>
            </a:pPr>
            <a:r>
              <a:rPr lang="en-US" sz="2400" b="0">
                <a:latin typeface="Calibri Light"/>
              </a:rPr>
              <a:t>Getting intuitive explanations for hard concepts </a:t>
            </a:r>
          </a:p>
          <a:p>
            <a:pPr lvl="0">
              <a:defRPr sz="2400" b="0">
                <a:latin typeface="Calibri Light"/>
              </a:defRPr>
            </a:pPr>
            <a:r>
              <a:rPr lang="en-US" sz="2400" b="0">
                <a:latin typeface="Calibri Light"/>
              </a:rPr>
              <a:t>Generate worksheets to test and give practice based on the students’ needs </a:t>
            </a:r>
          </a:p>
          <a:p>
            <a:pPr lvl="0">
              <a:defRPr sz="2400" b="0">
                <a:latin typeface="Calibri Light"/>
              </a:defRPr>
            </a:pPr>
            <a:r>
              <a:rPr lang="en-US" sz="2400" b="0">
                <a:latin typeface="Calibri Light"/>
              </a:rPr>
              <a:t>Generate adapted activities for visually impaired children </a:t>
            </a:r>
          </a:p>
          <a:p>
            <a:pPr lvl="0">
              <a:defRPr sz="2400" b="0">
                <a:latin typeface="Calibri Light"/>
              </a:defRPr>
            </a:pPr>
            <a:r>
              <a:rPr lang="en-US" sz="2400" b="0">
                <a:latin typeface="Calibri Light"/>
              </a:rPr>
              <a:t>Generating audio content from textual content for listening comprehension</a:t>
            </a:r>
          </a:p>
          <a:p>
            <a:pPr lvl="0">
              <a:defRPr sz="2400" b="0">
                <a:latin typeface="Calibri Light"/>
              </a:defRPr>
            </a:pPr>
            <a:r>
              <a:rPr lang="en-US" sz="2400" b="0">
                <a:latin typeface="Calibri Light"/>
              </a:rPr>
              <a:t>Making accessible content in different formats (Word,  HTML, PDF, EPUB) </a:t>
            </a:r>
          </a:p>
          <a:p>
            <a:pPr>
              <a:defRPr sz="2400" b="0">
                <a:latin typeface="Calibri Light"/>
              </a:defRPr>
            </a:pPr>
            <a:r>
              <a:rPr lang="en-US" sz="2400" b="0">
                <a:latin typeface="Calibri Light"/>
              </a:rPr>
              <a:t>Generate alternate text for pictures </a:t>
            </a:r>
          </a:p>
        </p:txBody>
      </p:sp>
    </p:spTree>
    <p:extLst>
      <p:ext uri="{BB962C8B-B14F-4D97-AF65-F5344CB8AC3E}">
        <p14:creationId xmlns:p14="http://schemas.microsoft.com/office/powerpoint/2010/main" val="628283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DFBC6-8B73-47EE-0275-ACA709F4A489}"/>
              </a:ext>
            </a:extLst>
          </p:cNvPr>
          <p:cNvSpPr>
            <a:spLocks noGrp="1"/>
          </p:cNvSpPr>
          <p:nvPr>
            <p:ph type="title"/>
          </p:nvPr>
        </p:nvSpPr>
        <p:spPr>
          <a:xfrm>
            <a:off x="411480" y="182880"/>
            <a:ext cx="11369040" cy="685800"/>
          </a:xfrm>
        </p:spPr>
        <p:txBody>
          <a:bodyPr wrap="square">
            <a:noAutofit/>
          </a:bodyPr>
          <a:lstStyle/>
          <a:p>
            <a:pPr algn="l">
              <a:defRPr sz="3600" b="1">
                <a:latin typeface="Calibri Light"/>
              </a:defRPr>
            </a:pPr>
            <a:r>
              <a:rPr lang="en-US" sz="3600" b="1">
                <a:latin typeface="Calibri Light"/>
              </a:rPr>
              <a:t>Teacher-In-The-Loop when using AI for education</a:t>
            </a:r>
          </a:p>
        </p:txBody>
      </p:sp>
      <p:sp>
        <p:nvSpPr>
          <p:cNvPr id="3" name="Content Placeholder 2">
            <a:extLst>
              <a:ext uri="{FF2B5EF4-FFF2-40B4-BE49-F238E27FC236}">
                <a16:creationId xmlns:a16="http://schemas.microsoft.com/office/drawing/2014/main" id="{8DC8F285-2FCF-734F-DD4A-B10EC654B729}"/>
              </a:ext>
            </a:extLst>
          </p:cNvPr>
          <p:cNvSpPr>
            <a:spLocks noGrp="1"/>
          </p:cNvSpPr>
          <p:nvPr>
            <p:ph idx="1"/>
          </p:nvPr>
        </p:nvSpPr>
        <p:spPr>
          <a:xfrm>
            <a:off x="640080" y="1097280"/>
            <a:ext cx="10911840" cy="5349240"/>
          </a:xfrm>
        </p:spPr>
        <p:txBody>
          <a:bodyPr vert="horz" wrap="square" lIns="91440" tIns="45720" rIns="91440" bIns="45720" rtlCol="0" anchor="t">
            <a:normAutofit/>
          </a:bodyPr>
          <a:lstStyle/>
          <a:p>
            <a:pPr>
              <a:defRPr sz="2400" b="0">
                <a:latin typeface="Calibri Light"/>
              </a:defRPr>
            </a:pPr>
            <a:r>
              <a:rPr lang="en-US" sz="2400" b="1">
                <a:latin typeface="Calibri Light"/>
                <a:ea typeface="+mn-lt"/>
                <a:cs typeface="+mn-lt"/>
              </a:rPr>
              <a:t>Teachers are responsible </a:t>
            </a:r>
            <a:r>
              <a:rPr lang="en-US" sz="2400" b="0">
                <a:latin typeface="Calibri Light"/>
                <a:ea typeface="+mn-lt"/>
                <a:cs typeface="+mn-lt"/>
              </a:rPr>
              <a:t>for learning outcomes, student well-being, and ethical use of AI.</a:t>
            </a:r>
          </a:p>
          <a:p>
            <a:pPr>
              <a:defRPr sz="2400" b="0">
                <a:latin typeface="Calibri Light"/>
              </a:defRPr>
            </a:pPr>
            <a:r>
              <a:rPr lang="en-US" sz="2400" b="1">
                <a:latin typeface="Calibri Light"/>
              </a:rPr>
              <a:t>Teachers should provide the judgment</a:t>
            </a:r>
            <a:r>
              <a:rPr lang="en-US" sz="2400" b="0">
                <a:latin typeface="Calibri Light"/>
              </a:rPr>
              <a:t>, ethics, context, and care that transform AI-generated content into meaningful learning.</a:t>
            </a:r>
          </a:p>
          <a:p>
            <a:pPr>
              <a:defRPr sz="2400" b="0">
                <a:latin typeface="Calibri Light"/>
              </a:defRPr>
            </a:pPr>
            <a:r>
              <a:rPr lang="en-US" sz="2400" b="0">
                <a:latin typeface="Calibri Light"/>
                <a:ea typeface="+mn-lt"/>
                <a:cs typeface="+mn-lt"/>
              </a:rPr>
              <a:t>AI can generate incorrect facts, outdated information, or misleading explanations. </a:t>
            </a:r>
            <a:r>
              <a:rPr lang="en-US" sz="2400" b="1">
                <a:latin typeface="Calibri Light"/>
                <a:ea typeface="+mn-lt"/>
                <a:cs typeface="+mn-lt"/>
              </a:rPr>
              <a:t>Teachers should verify </a:t>
            </a:r>
            <a:r>
              <a:rPr lang="en-US" sz="2400" b="0">
                <a:latin typeface="Calibri Light"/>
                <a:ea typeface="+mn-lt"/>
                <a:cs typeface="+mn-lt"/>
              </a:rPr>
              <a:t>before using. </a:t>
            </a:r>
            <a:endParaRPr lang="en-US"/>
          </a:p>
          <a:p>
            <a:pPr>
              <a:defRPr sz="2400" b="0">
                <a:latin typeface="Calibri Light"/>
              </a:defRPr>
            </a:pPr>
            <a:r>
              <a:rPr lang="en-US" sz="2400" b="1">
                <a:latin typeface="Calibri Light"/>
                <a:ea typeface="+mn-lt"/>
                <a:cs typeface="+mn-lt"/>
              </a:rPr>
              <a:t>Teachers should ensure AI-generated </a:t>
            </a:r>
            <a:r>
              <a:rPr lang="en-US" sz="2400" b="0">
                <a:latin typeface="Calibri Light"/>
                <a:ea typeface="+mn-lt"/>
                <a:cs typeface="+mn-lt"/>
              </a:rPr>
              <a:t>content matches the prescribed curriculum, learning outcomes, and grade level. </a:t>
            </a:r>
            <a:endParaRPr lang="en-US"/>
          </a:p>
          <a:p>
            <a:pPr>
              <a:defRPr sz="2400" b="0">
                <a:latin typeface="Calibri Light"/>
              </a:defRPr>
            </a:pPr>
            <a:r>
              <a:rPr lang="en-US" sz="2400" b="1">
                <a:latin typeface="Calibri Light"/>
                <a:ea typeface="+mn-lt"/>
                <a:cs typeface="+mn-lt"/>
              </a:rPr>
              <a:t>Teachers should personalize </a:t>
            </a:r>
            <a:r>
              <a:rPr lang="en-US" sz="2400" b="0">
                <a:latin typeface="Calibri Light"/>
                <a:ea typeface="+mn-lt"/>
                <a:cs typeface="+mn-lt"/>
              </a:rPr>
              <a:t>AI-generated content based on students' abilities, interests, language, and learning pace.</a:t>
            </a:r>
          </a:p>
          <a:p>
            <a:pPr>
              <a:defRPr sz="2400" b="0">
                <a:latin typeface="Calibri Light"/>
              </a:defRPr>
            </a:pPr>
            <a:r>
              <a:rPr lang="en-US" sz="2400" b="1">
                <a:latin typeface="Calibri Light"/>
                <a:ea typeface="+mn-lt"/>
                <a:cs typeface="+mn-lt"/>
              </a:rPr>
              <a:t>Teachers should educate </a:t>
            </a:r>
            <a:r>
              <a:rPr lang="en-US" sz="2400" b="0">
                <a:latin typeface="Calibri Light"/>
                <a:ea typeface="+mn-lt"/>
                <a:cs typeface="+mn-lt"/>
              </a:rPr>
              <a:t>the students about Responsible, Informed and Conscious use of AI</a:t>
            </a:r>
            <a:endParaRPr lang="en-US"/>
          </a:p>
          <a:p>
            <a:pPr>
              <a:defRPr sz="2400" b="0">
                <a:latin typeface="Calibri Light"/>
              </a:defRPr>
            </a:pPr>
            <a:endParaRPr lang="en-US"/>
          </a:p>
        </p:txBody>
      </p:sp>
    </p:spTree>
    <p:extLst>
      <p:ext uri="{BB962C8B-B14F-4D97-AF65-F5344CB8AC3E}">
        <p14:creationId xmlns:p14="http://schemas.microsoft.com/office/powerpoint/2010/main" val="475287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0B68A-F2F4-B81B-74E6-91C4D3BD866E}"/>
              </a:ext>
            </a:extLst>
          </p:cNvPr>
          <p:cNvSpPr>
            <a:spLocks noGrp="1"/>
          </p:cNvSpPr>
          <p:nvPr>
            <p:ph type="title"/>
          </p:nvPr>
        </p:nvSpPr>
        <p:spPr/>
        <p:txBody>
          <a:bodyPr>
            <a:normAutofit fontScale="90000"/>
          </a:bodyPr>
          <a:lstStyle/>
          <a:p>
            <a:r>
              <a:rPr lang="en-US">
                <a:latin typeface="Aptos Display"/>
                <a:ea typeface="Calibri Light"/>
                <a:cs typeface="Calibri Light"/>
              </a:rPr>
              <a:t>Suggested prompt to get good answers :"</a:t>
            </a:r>
            <a:r>
              <a:rPr lang="en-US">
                <a:latin typeface="Aptos"/>
                <a:ea typeface="Calibri Light"/>
                <a:cs typeface="Calibri Light"/>
              </a:rPr>
              <a:t>QUESTION" — Teacher AI Guardrail Prompt </a:t>
            </a:r>
          </a:p>
          <a:p>
            <a:endParaRPr lang="en-US">
              <a:latin typeface="Aptos Display" panose="02110004020202020204"/>
              <a:ea typeface="Calibri Light"/>
              <a:cs typeface="Calibri Light"/>
            </a:endParaRPr>
          </a:p>
        </p:txBody>
      </p:sp>
      <p:sp>
        <p:nvSpPr>
          <p:cNvPr id="3" name="Content Placeholder 2">
            <a:extLst>
              <a:ext uri="{FF2B5EF4-FFF2-40B4-BE49-F238E27FC236}">
                <a16:creationId xmlns:a16="http://schemas.microsoft.com/office/drawing/2014/main" id="{151E5822-0C4B-B2DA-48FC-8A84EDCF72C8}"/>
              </a:ext>
            </a:extLst>
          </p:cNvPr>
          <p:cNvSpPr>
            <a:spLocks noGrp="1"/>
          </p:cNvSpPr>
          <p:nvPr>
            <p:ph idx="1"/>
          </p:nvPr>
        </p:nvSpPr>
        <p:spPr>
          <a:xfrm>
            <a:off x="204989" y="1825625"/>
            <a:ext cx="11728360" cy="4351338"/>
          </a:xfrm>
        </p:spPr>
        <p:txBody>
          <a:bodyPr vert="horz" lIns="91440" tIns="45720" rIns="91440" bIns="45720" rtlCol="0" anchor="t">
            <a:noAutofit/>
          </a:bodyPr>
          <a:lstStyle/>
          <a:p>
            <a:pPr marL="0" indent="0">
              <a:buNone/>
            </a:pPr>
            <a:r>
              <a:rPr lang="en-US" sz="1400">
                <a:ea typeface="+mn-lt"/>
                <a:cs typeface="+mn-lt"/>
              </a:rPr>
              <a:t>You are an AI teaching assistant. Your role is to support teacher judgment, not replace it. Apply **QUESTION** to every response:</a:t>
            </a:r>
            <a:endParaRPr lang="en-US" sz="1400"/>
          </a:p>
          <a:p>
            <a:pPr marL="0" indent="0">
              <a:buNone/>
            </a:pPr>
            <a:r>
              <a:rPr lang="en-US" sz="1400">
                <a:ea typeface="+mn-lt"/>
                <a:cs typeface="+mn-lt"/>
              </a:rPr>
              <a:t>**Question assumptions** : Challenge unsupported assumptions in the request, sources, and your own reasoning. Do not present assumptions or opinions as facts.</a:t>
            </a:r>
            <a:endParaRPr lang="en-US" sz="1400"/>
          </a:p>
          <a:p>
            <a:pPr marL="0" indent="0">
              <a:buNone/>
            </a:pPr>
            <a:r>
              <a:rPr lang="en-US" sz="1400">
                <a:ea typeface="+mn-lt"/>
                <a:cs typeface="+mn-lt"/>
              </a:rPr>
              <a:t>**Use reliable evidence** : Ground factual claims in credible, relevant sources. Prefer primary, official, and peer-reviewed sources. Never invent facts, citations, quotations, statistics, or references.</a:t>
            </a:r>
            <a:endParaRPr lang="en-US" sz="1400"/>
          </a:p>
          <a:p>
            <a:pPr marL="0" indent="0">
              <a:buNone/>
            </a:pPr>
            <a:r>
              <a:rPr lang="en-US" sz="1400">
                <a:ea typeface="+mn-lt"/>
                <a:cs typeface="+mn-lt"/>
              </a:rPr>
              <a:t>**Expose uncertainty** : Never guess to fill gaps. Clearly distinguish what is known, inferred, uncertain, disputed, or unknown.</a:t>
            </a:r>
            <a:endParaRPr lang="en-US" sz="1400"/>
          </a:p>
          <a:p>
            <a:pPr marL="0" indent="0">
              <a:buNone/>
            </a:pPr>
            <a:r>
              <a:rPr lang="en-US" sz="1400">
                <a:ea typeface="+mn-lt"/>
                <a:cs typeface="+mn-lt"/>
              </a:rPr>
              <a:t>**Scan for bias** : Identify stereotypes, hidden assumptions, missing perspectives, and potentially discriminatory or misleading framing. Do not infer sensitive characteristics without evidence. Context should be Indian.</a:t>
            </a:r>
            <a:endParaRPr lang="en-US" sz="1400"/>
          </a:p>
          <a:p>
            <a:pPr marL="0" indent="0">
              <a:buNone/>
            </a:pPr>
            <a:r>
              <a:rPr lang="en-US" sz="1400">
                <a:ea typeface="+mn-lt"/>
                <a:cs typeface="+mn-lt"/>
              </a:rPr>
              <a:t>**Trace to the source** : Ensure claims accurately reflect their sources. Never stretch, misrepresent, or fabricate citations. When sources conflict, acknowledge the conflict.</a:t>
            </a:r>
            <a:endParaRPr lang="en-US" sz="1400"/>
          </a:p>
          <a:p>
            <a:pPr marL="0" indent="0">
              <a:buNone/>
            </a:pPr>
            <a:r>
              <a:rPr lang="en-US" sz="1400">
                <a:ea typeface="+mn-lt"/>
                <a:cs typeface="+mn-lt"/>
              </a:rPr>
              <a:t>**Inspect for inclusion &amp; accessibility** : Make content age-appropriate, inclusive, culturally respectful, and accessible. Consider diverse learners, including students with disabilities, especially learners with Visual Impairment.</a:t>
            </a:r>
            <a:endParaRPr lang="en-US" sz="1400"/>
          </a:p>
          <a:p>
            <a:pPr marL="0" indent="0">
              <a:buNone/>
            </a:pPr>
            <a:r>
              <a:rPr lang="en-US" sz="1400">
                <a:ea typeface="+mn-lt"/>
                <a:cs typeface="+mn-lt"/>
              </a:rPr>
              <a:t>**Observe educational impact** : Consider whether the output could misinform, disadvantage, stereotype, or otherwise harm students. Flag high-stakes content for teacher review.</a:t>
            </a:r>
            <a:endParaRPr lang="en-US" sz="1400"/>
          </a:p>
          <a:p>
            <a:pPr marL="0" indent="0">
              <a:buNone/>
            </a:pPr>
            <a:r>
              <a:rPr lang="en-US" sz="1400">
                <a:ea typeface="+mn-lt"/>
                <a:cs typeface="+mn-lt"/>
              </a:rPr>
              <a:t>**Never skip verification** : Before presenting content as ready to teach, check accuracy, evidence, bias, accessibility, age-appropriateness, and limitations. Clearly identify anything the teacher must verify.</a:t>
            </a:r>
            <a:endParaRPr lang="en-US" sz="1400"/>
          </a:p>
          <a:p>
            <a:pPr marL="0" indent="0">
              <a:buNone/>
            </a:pPr>
            <a:r>
              <a:rPr lang="en-US" sz="1400">
                <a:ea typeface="+mn-lt"/>
                <a:cs typeface="+mn-lt"/>
              </a:rPr>
              <a:t>### Core rule</a:t>
            </a:r>
            <a:endParaRPr lang="en-US" sz="1400"/>
          </a:p>
          <a:p>
            <a:pPr marL="0" indent="0">
              <a:buNone/>
            </a:pPr>
            <a:r>
              <a:rPr lang="en-US" sz="1400">
                <a:ea typeface="+mn-lt"/>
                <a:cs typeface="+mn-lt"/>
              </a:rPr>
              <a:t>**Do not </a:t>
            </a:r>
            <a:r>
              <a:rPr lang="en-US" sz="1400" err="1">
                <a:ea typeface="+mn-lt"/>
                <a:cs typeface="+mn-lt"/>
              </a:rPr>
              <a:t>optimise</a:t>
            </a:r>
            <a:r>
              <a:rPr lang="en-US" sz="1400">
                <a:ea typeface="+mn-lt"/>
                <a:cs typeface="+mn-lt"/>
              </a:rPr>
              <a:t> for confidence or time. </a:t>
            </a:r>
            <a:r>
              <a:rPr lang="en-US" sz="1400" err="1">
                <a:ea typeface="+mn-lt"/>
                <a:cs typeface="+mn-lt"/>
              </a:rPr>
              <a:t>Optimise</a:t>
            </a:r>
            <a:r>
              <a:rPr lang="en-US" sz="1400">
                <a:ea typeface="+mn-lt"/>
                <a:cs typeface="+mn-lt"/>
              </a:rPr>
              <a:t> for truth, evidence, transparency, inclusion, accessibility, and student safety.**</a:t>
            </a:r>
            <a:endParaRPr lang="en-US" sz="1400"/>
          </a:p>
          <a:p>
            <a:pPr marL="0" indent="0">
              <a:buNone/>
            </a:pPr>
            <a:endParaRPr lang="en-US" sz="1400"/>
          </a:p>
        </p:txBody>
      </p:sp>
    </p:spTree>
    <p:extLst>
      <p:ext uri="{BB962C8B-B14F-4D97-AF65-F5344CB8AC3E}">
        <p14:creationId xmlns:p14="http://schemas.microsoft.com/office/powerpoint/2010/main" val="907765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C7088-225E-B826-DE17-884DD8F9B452}"/>
              </a:ext>
            </a:extLst>
          </p:cNvPr>
          <p:cNvSpPr>
            <a:spLocks noGrp="1"/>
          </p:cNvSpPr>
          <p:nvPr>
            <p:ph type="title"/>
          </p:nvPr>
        </p:nvSpPr>
        <p:spPr/>
        <p:txBody>
          <a:bodyPr/>
          <a:lstStyle/>
          <a:p>
            <a:r>
              <a:rPr lang="en-US"/>
              <a:t>With and without the </a:t>
            </a:r>
            <a:r>
              <a:rPr lang="en-US" b="1"/>
              <a:t>QUESTION </a:t>
            </a:r>
            <a:r>
              <a:rPr lang="en-US"/>
              <a:t>prompt</a:t>
            </a:r>
          </a:p>
        </p:txBody>
      </p:sp>
      <p:pic>
        <p:nvPicPr>
          <p:cNvPr id="4" name="Picture 3">
            <a:extLst>
              <a:ext uri="{FF2B5EF4-FFF2-40B4-BE49-F238E27FC236}">
                <a16:creationId xmlns:a16="http://schemas.microsoft.com/office/drawing/2014/main" id="{4CAC6921-9BAA-BF70-42E5-E345237E1400}"/>
              </a:ext>
            </a:extLst>
          </p:cNvPr>
          <p:cNvPicPr>
            <a:picLocks noChangeAspect="1"/>
          </p:cNvPicPr>
          <p:nvPr/>
        </p:nvPicPr>
        <p:blipFill>
          <a:blip r:embed="rId3"/>
          <a:stretch>
            <a:fillRect/>
          </a:stretch>
        </p:blipFill>
        <p:spPr>
          <a:xfrm>
            <a:off x="285281" y="1701084"/>
            <a:ext cx="5568369" cy="3949522"/>
          </a:xfrm>
          <a:prstGeom prst="rect">
            <a:avLst/>
          </a:prstGeom>
        </p:spPr>
      </p:pic>
      <p:pic>
        <p:nvPicPr>
          <p:cNvPr id="5" name="Picture 4">
            <a:extLst>
              <a:ext uri="{FF2B5EF4-FFF2-40B4-BE49-F238E27FC236}">
                <a16:creationId xmlns:a16="http://schemas.microsoft.com/office/drawing/2014/main" id="{A9CCE029-B883-B908-C6B7-8E2FD22D67F3}"/>
              </a:ext>
            </a:extLst>
          </p:cNvPr>
          <p:cNvPicPr>
            <a:picLocks noChangeAspect="1"/>
          </p:cNvPicPr>
          <p:nvPr/>
        </p:nvPicPr>
        <p:blipFill>
          <a:blip r:embed="rId4"/>
          <a:stretch>
            <a:fillRect/>
          </a:stretch>
        </p:blipFill>
        <p:spPr>
          <a:xfrm>
            <a:off x="6473848" y="1633873"/>
            <a:ext cx="4352925" cy="4019550"/>
          </a:xfrm>
          <a:prstGeom prst="rect">
            <a:avLst/>
          </a:prstGeom>
        </p:spPr>
      </p:pic>
      <p:sp>
        <p:nvSpPr>
          <p:cNvPr id="6" name="TextBox 5">
            <a:extLst>
              <a:ext uri="{FF2B5EF4-FFF2-40B4-BE49-F238E27FC236}">
                <a16:creationId xmlns:a16="http://schemas.microsoft.com/office/drawing/2014/main" id="{7C36A3C5-8181-76A4-9538-FC9104C9E3F4}"/>
              </a:ext>
            </a:extLst>
          </p:cNvPr>
          <p:cNvSpPr txBox="1"/>
          <p:nvPr/>
        </p:nvSpPr>
        <p:spPr>
          <a:xfrm>
            <a:off x="870547" y="6223766"/>
            <a:ext cx="257266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Without the prompt</a:t>
            </a:r>
          </a:p>
        </p:txBody>
      </p:sp>
      <p:sp>
        <p:nvSpPr>
          <p:cNvPr id="7" name="TextBox 6">
            <a:extLst>
              <a:ext uri="{FF2B5EF4-FFF2-40B4-BE49-F238E27FC236}">
                <a16:creationId xmlns:a16="http://schemas.microsoft.com/office/drawing/2014/main" id="{3163AD86-4A0E-EF2B-51E3-0ECC7028F49B}"/>
              </a:ext>
            </a:extLst>
          </p:cNvPr>
          <p:cNvSpPr txBox="1"/>
          <p:nvPr/>
        </p:nvSpPr>
        <p:spPr>
          <a:xfrm>
            <a:off x="7363645" y="6041315"/>
            <a:ext cx="318440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With the prompt – K and L Orbits are correctly marked</a:t>
            </a:r>
          </a:p>
        </p:txBody>
      </p:sp>
    </p:spTree>
    <p:extLst>
      <p:ext uri="{BB962C8B-B14F-4D97-AF65-F5344CB8AC3E}">
        <p14:creationId xmlns:p14="http://schemas.microsoft.com/office/powerpoint/2010/main" val="2832651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7CEA2-4886-9294-B598-06D06A078F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774961-1F8E-0CB6-B2AD-E6348CE8267E}"/>
              </a:ext>
            </a:extLst>
          </p:cNvPr>
          <p:cNvSpPr>
            <a:spLocks noGrp="1"/>
          </p:cNvSpPr>
          <p:nvPr>
            <p:ph type="title"/>
          </p:nvPr>
        </p:nvSpPr>
        <p:spPr>
          <a:xfrm>
            <a:off x="838200" y="3005294"/>
            <a:ext cx="10515600" cy="1325563"/>
          </a:xfrm>
        </p:spPr>
        <p:txBody>
          <a:bodyPr>
            <a:normAutofit/>
          </a:bodyPr>
          <a:lstStyle/>
          <a:p>
            <a:r>
              <a:rPr lang="en-US" sz="3600">
                <a:latin typeface="Aptos"/>
              </a:rPr>
              <a:t>Try your questions with and without the guardrail prompt </a:t>
            </a:r>
          </a:p>
        </p:txBody>
      </p:sp>
    </p:spTree>
    <p:extLst>
      <p:ext uri="{BB962C8B-B14F-4D97-AF65-F5344CB8AC3E}">
        <p14:creationId xmlns:p14="http://schemas.microsoft.com/office/powerpoint/2010/main" val="27593804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E485D-E706-0045-1F6C-5C6B05D64665}"/>
              </a:ext>
            </a:extLst>
          </p:cNvPr>
          <p:cNvSpPr>
            <a:spLocks noGrp="1"/>
          </p:cNvSpPr>
          <p:nvPr>
            <p:ph type="title"/>
          </p:nvPr>
        </p:nvSpPr>
        <p:spPr>
          <a:xfrm>
            <a:off x="411480" y="182880"/>
            <a:ext cx="11369040" cy="685800"/>
          </a:xfrm>
        </p:spPr>
        <p:txBody>
          <a:bodyPr wrap="square">
            <a:noAutofit/>
          </a:bodyPr>
          <a:lstStyle/>
          <a:p>
            <a:pPr>
              <a:defRPr sz="3600" b="1">
                <a:latin typeface="Calibri Light"/>
              </a:defRPr>
            </a:pPr>
            <a:r>
              <a:rPr lang="en-US" sz="3600" b="1">
                <a:latin typeface="Calibri Light"/>
              </a:rPr>
              <a:t>Things to look out (for teachers and students)</a:t>
            </a:r>
          </a:p>
        </p:txBody>
      </p:sp>
      <p:sp>
        <p:nvSpPr>
          <p:cNvPr id="3" name="Content Placeholder 2">
            <a:extLst>
              <a:ext uri="{FF2B5EF4-FFF2-40B4-BE49-F238E27FC236}">
                <a16:creationId xmlns:a16="http://schemas.microsoft.com/office/drawing/2014/main" id="{E5BF03D7-2B0B-036B-E6D4-208DCBDDA8B5}"/>
              </a:ext>
            </a:extLst>
          </p:cNvPr>
          <p:cNvSpPr>
            <a:spLocks noGrp="1"/>
          </p:cNvSpPr>
          <p:nvPr>
            <p:ph idx="1"/>
          </p:nvPr>
        </p:nvSpPr>
        <p:spPr>
          <a:xfrm>
            <a:off x="640080" y="1097280"/>
            <a:ext cx="10911840" cy="5349240"/>
          </a:xfrm>
        </p:spPr>
        <p:txBody>
          <a:bodyPr vert="horz" wrap="square" lIns="91440" tIns="45720" rIns="91440" bIns="45720" rtlCol="0" anchor="t">
            <a:normAutofit fontScale="92500" lnSpcReduction="10000"/>
          </a:bodyPr>
          <a:lstStyle/>
          <a:p>
            <a:pPr>
              <a:defRPr sz="2400" b="0">
                <a:latin typeface="Calibri Light"/>
              </a:defRPr>
            </a:pPr>
            <a:r>
              <a:rPr lang="en-US" sz="2400">
                <a:latin typeface="Calibri Light"/>
                <a:ea typeface="+mn-lt"/>
                <a:cs typeface="+mn-lt"/>
              </a:rPr>
              <a:t>AI dependence </a:t>
            </a:r>
            <a:r>
              <a:rPr lang="en-US" sz="2400" b="0">
                <a:latin typeface="Calibri Light"/>
                <a:ea typeface="+mn-lt"/>
                <a:cs typeface="+mn-lt"/>
              </a:rPr>
              <a:t>can </a:t>
            </a:r>
            <a:r>
              <a:rPr lang="en-US" sz="2400" b="1">
                <a:latin typeface="Calibri Light"/>
                <a:ea typeface="+mn-lt"/>
                <a:cs typeface="+mn-lt"/>
              </a:rPr>
              <a:t>deter critical thinking, creativity, learning </a:t>
            </a:r>
            <a:r>
              <a:rPr lang="en-US" sz="2400" b="0">
                <a:latin typeface="Calibri Light"/>
                <a:ea typeface="+mn-lt"/>
                <a:cs typeface="+mn-lt"/>
              </a:rPr>
              <a:t>– both for teachers and students</a:t>
            </a:r>
            <a:endParaRPr lang="en-US" sz="2000">
              <a:ea typeface="+mn-lt"/>
              <a:cs typeface="+mn-lt"/>
            </a:endParaRPr>
          </a:p>
          <a:p>
            <a:pPr lvl="1">
              <a:defRPr sz="2200" b="0">
                <a:latin typeface="Calibri Light"/>
              </a:defRPr>
            </a:pPr>
            <a:r>
              <a:rPr lang="en-US" sz="2200" b="0">
                <a:latin typeface="Calibri Light"/>
                <a:ea typeface="+mn-lt"/>
                <a:cs typeface="+mn-lt"/>
              </a:rPr>
              <a:t>Humans need to learn to question, evaluate, and verify AI-generated responses rather than accepting them blindly. </a:t>
            </a:r>
            <a:endParaRPr lang="en-US" sz="1600"/>
          </a:p>
          <a:p>
            <a:pPr>
              <a:defRPr sz="2400" b="0">
                <a:latin typeface="Calibri Light"/>
              </a:defRPr>
            </a:pPr>
            <a:r>
              <a:rPr lang="en-US" sz="2400" b="0">
                <a:latin typeface="Calibri Light"/>
                <a:ea typeface="+mn-lt"/>
                <a:cs typeface="+mn-lt"/>
              </a:rPr>
              <a:t>AI dependence </a:t>
            </a:r>
            <a:r>
              <a:rPr lang="en-US" sz="2400" b="1">
                <a:latin typeface="Calibri Light"/>
                <a:ea typeface="+mn-lt"/>
                <a:cs typeface="+mn-lt"/>
              </a:rPr>
              <a:t>can result in unfairness &amp; exclusion</a:t>
            </a:r>
          </a:p>
          <a:p>
            <a:pPr lvl="1">
              <a:defRPr sz="2200" b="0">
                <a:latin typeface="Calibri Light"/>
              </a:defRPr>
            </a:pPr>
            <a:r>
              <a:rPr lang="en-US" sz="2200" b="0">
                <a:latin typeface="Calibri Light"/>
                <a:ea typeface="+mn-lt"/>
                <a:cs typeface="+mn-lt"/>
              </a:rPr>
              <a:t>Humans need to identify and correct bias, stereotypes, or culturally inappropriate content produced by AI (gender and racial bias)</a:t>
            </a:r>
            <a:endParaRPr lang="en-US" sz="1600"/>
          </a:p>
          <a:p>
            <a:pPr>
              <a:defRPr sz="2400" b="0">
                <a:latin typeface="Calibri Light"/>
              </a:defRPr>
            </a:pPr>
            <a:r>
              <a:rPr lang="en-US" sz="2400" b="0">
                <a:latin typeface="Calibri Light"/>
                <a:ea typeface="+mn-lt"/>
                <a:cs typeface="+mn-lt"/>
              </a:rPr>
              <a:t>AI </a:t>
            </a:r>
            <a:r>
              <a:rPr lang="en-US" sz="2400" b="1">
                <a:latin typeface="Calibri Light"/>
                <a:ea typeface="+mn-lt"/>
                <a:cs typeface="+mn-lt"/>
              </a:rPr>
              <a:t>can cause data privacy and safety issues </a:t>
            </a:r>
          </a:p>
          <a:p>
            <a:pPr lvl="1">
              <a:defRPr sz="2200" b="0">
                <a:latin typeface="Calibri Light"/>
              </a:defRPr>
            </a:pPr>
            <a:r>
              <a:rPr lang="en-US" sz="2200" b="0">
                <a:latin typeface="Calibri Light"/>
                <a:ea typeface="+mn-lt"/>
                <a:cs typeface="+mn-lt"/>
              </a:rPr>
              <a:t>Humans need to ensure sensitive information is not shared with AI tools. </a:t>
            </a:r>
            <a:endParaRPr lang="en-US" sz="1600"/>
          </a:p>
          <a:p>
            <a:pPr>
              <a:defRPr sz="2400" b="0">
                <a:latin typeface="Calibri Light"/>
              </a:defRPr>
            </a:pPr>
            <a:r>
              <a:rPr lang="en-US" sz="2400" b="0">
                <a:latin typeface="Calibri Light"/>
                <a:ea typeface="+mn-lt"/>
                <a:cs typeface="+mn-lt"/>
              </a:rPr>
              <a:t>AI </a:t>
            </a:r>
            <a:r>
              <a:rPr lang="en-US" sz="2400" b="1">
                <a:latin typeface="Calibri Light"/>
                <a:ea typeface="+mn-lt"/>
                <a:cs typeface="+mn-lt"/>
              </a:rPr>
              <a:t>can cause unethical practices </a:t>
            </a:r>
          </a:p>
          <a:p>
            <a:pPr lvl="1">
              <a:defRPr sz="2200" b="0">
                <a:latin typeface="Calibri Light"/>
              </a:defRPr>
            </a:pPr>
            <a:r>
              <a:rPr lang="en-US" sz="2200" b="0">
                <a:latin typeface="Calibri Light"/>
                <a:ea typeface="+mn-lt"/>
                <a:cs typeface="+mn-lt"/>
              </a:rPr>
              <a:t>Humans need to ensure AI supports learning without encouraging plagiarism or overdependence. </a:t>
            </a:r>
            <a:endParaRPr lang="en-US" sz="1600"/>
          </a:p>
          <a:p>
            <a:pPr>
              <a:defRPr sz="2400" b="0">
                <a:latin typeface="Calibri Light"/>
              </a:defRPr>
            </a:pPr>
            <a:r>
              <a:rPr lang="en-US" sz="2400" b="0">
                <a:latin typeface="Calibri Light"/>
                <a:ea typeface="+mn-lt"/>
                <a:cs typeface="+mn-lt"/>
              </a:rPr>
              <a:t>AI </a:t>
            </a:r>
            <a:r>
              <a:rPr lang="en-US" sz="2400" b="1">
                <a:latin typeface="Calibri Light"/>
                <a:ea typeface="+mn-lt"/>
                <a:cs typeface="+mn-lt"/>
              </a:rPr>
              <a:t>cannot enforce human values</a:t>
            </a:r>
            <a:r>
              <a:rPr lang="en-US" sz="2400" b="0">
                <a:latin typeface="Calibri Light"/>
                <a:ea typeface="+mn-lt"/>
                <a:cs typeface="+mn-lt"/>
              </a:rPr>
              <a:t> </a:t>
            </a:r>
          </a:p>
          <a:p>
            <a:pPr lvl="1">
              <a:defRPr sz="2200" b="0">
                <a:latin typeface="Calibri Light"/>
              </a:defRPr>
            </a:pPr>
            <a:r>
              <a:rPr lang="en-US" sz="2200" b="0">
                <a:latin typeface="Calibri Light"/>
                <a:ea typeface="+mn-lt"/>
                <a:cs typeface="+mn-lt"/>
              </a:rPr>
              <a:t>Humans need to ensure empathy, motivation, encouragement, classroom relationships, and emotional support remain uniquely human strengths.</a:t>
            </a:r>
          </a:p>
          <a:p>
            <a:pPr>
              <a:defRPr sz="2400" b="0">
                <a:latin typeface="Calibri Light"/>
              </a:defRPr>
            </a:pPr>
            <a:r>
              <a:rPr lang="en-US" sz="2400" b="0">
                <a:latin typeface="Calibri Light"/>
                <a:ea typeface="+mn-lt"/>
                <a:cs typeface="+mn-lt"/>
              </a:rPr>
              <a:t>Gen AI can confidently make up </a:t>
            </a:r>
            <a:r>
              <a:rPr lang="en-US" sz="2400" b="1">
                <a:latin typeface="Calibri Light"/>
                <a:ea typeface="+mn-lt"/>
                <a:cs typeface="+mn-lt"/>
              </a:rPr>
              <a:t>facts without sources</a:t>
            </a:r>
          </a:p>
          <a:p>
            <a:pPr lvl="1">
              <a:defRPr sz="2200" b="0">
                <a:latin typeface="Calibri Light"/>
              </a:defRPr>
            </a:pPr>
            <a:r>
              <a:rPr lang="en-US" sz="2200" b="0">
                <a:latin typeface="Calibri Light"/>
                <a:ea typeface="+mn-lt"/>
                <a:cs typeface="+mn-lt"/>
              </a:rPr>
              <a:t>Humans need to know the subject matter well to identify the errors generated by AI that are not backed by science or facts</a:t>
            </a:r>
            <a:endParaRPr lang="en-US" sz="1600"/>
          </a:p>
          <a:p>
            <a:pPr>
              <a:defRPr sz="2400" b="0">
                <a:latin typeface="Calibri Light"/>
              </a:defRPr>
            </a:pPr>
            <a:endParaRPr lang="en-US" sz="2000"/>
          </a:p>
        </p:txBody>
      </p:sp>
    </p:spTree>
    <p:extLst>
      <p:ext uri="{BB962C8B-B14F-4D97-AF65-F5344CB8AC3E}">
        <p14:creationId xmlns:p14="http://schemas.microsoft.com/office/powerpoint/2010/main" val="35271408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B3238-5C43-8074-E98D-EE801B734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4A5642-3187-E96A-3849-E064C2B2C1B2}"/>
              </a:ext>
            </a:extLst>
          </p:cNvPr>
          <p:cNvSpPr>
            <a:spLocks noGrp="1"/>
          </p:cNvSpPr>
          <p:nvPr>
            <p:ph type="title"/>
          </p:nvPr>
        </p:nvSpPr>
        <p:spPr/>
        <p:txBody>
          <a:bodyPr/>
          <a:lstStyle/>
          <a:p>
            <a:r>
              <a:rPr lang="en-US"/>
              <a:t>Lets experience AI </a:t>
            </a:r>
          </a:p>
        </p:txBody>
      </p:sp>
    </p:spTree>
    <p:extLst>
      <p:ext uri="{BB962C8B-B14F-4D97-AF65-F5344CB8AC3E}">
        <p14:creationId xmlns:p14="http://schemas.microsoft.com/office/powerpoint/2010/main" val="31907272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7ECD4-49DD-A52A-B6C7-52295EEC1C3F}"/>
              </a:ext>
            </a:extLst>
          </p:cNvPr>
          <p:cNvSpPr>
            <a:spLocks noGrp="1"/>
          </p:cNvSpPr>
          <p:nvPr>
            <p:ph type="title"/>
          </p:nvPr>
        </p:nvSpPr>
        <p:spPr/>
        <p:txBody>
          <a:bodyPr/>
          <a:lstStyle/>
          <a:p>
            <a:r>
              <a:rPr lang="en-US"/>
              <a:t>General method for working with Generative AI</a:t>
            </a:r>
          </a:p>
        </p:txBody>
      </p:sp>
      <p:sp>
        <p:nvSpPr>
          <p:cNvPr id="3" name="Content Placeholder 2">
            <a:extLst>
              <a:ext uri="{FF2B5EF4-FFF2-40B4-BE49-F238E27FC236}">
                <a16:creationId xmlns:a16="http://schemas.microsoft.com/office/drawing/2014/main" id="{68450B11-2C22-38E7-2C31-6787BF920405}"/>
              </a:ext>
            </a:extLst>
          </p:cNvPr>
          <p:cNvSpPr>
            <a:spLocks noGrp="1"/>
          </p:cNvSpPr>
          <p:nvPr>
            <p:ph idx="1"/>
          </p:nvPr>
        </p:nvSpPr>
        <p:spPr/>
        <p:txBody>
          <a:bodyPr vert="horz" lIns="91440" tIns="45720" rIns="91440" bIns="45720" rtlCol="0" anchor="t">
            <a:normAutofit fontScale="85000" lnSpcReduction="20000"/>
          </a:bodyPr>
          <a:lstStyle/>
          <a:p>
            <a:r>
              <a:rPr lang="en-US"/>
              <a:t>Decide whether Generative AI is needed, or a simple search would be enough </a:t>
            </a:r>
          </a:p>
          <a:p>
            <a:r>
              <a:rPr lang="en-US"/>
              <a:t>In GenAI of your choice, like Copilot, create an account. Different tools have different uses.</a:t>
            </a:r>
          </a:p>
          <a:p>
            <a:r>
              <a:rPr lang="en-US"/>
              <a:t>Open a new chat for a new topic or an existing chat to continue with an earlier work</a:t>
            </a:r>
          </a:p>
          <a:p>
            <a:r>
              <a:rPr lang="en-US"/>
              <a:t>Based on the accuracy needed, enter the QUESTION prompt (copy paste)</a:t>
            </a:r>
          </a:p>
          <a:p>
            <a:r>
              <a:rPr lang="en-US"/>
              <a:t>Enter the prompt for the work</a:t>
            </a:r>
          </a:p>
          <a:p>
            <a:r>
              <a:rPr lang="en-US"/>
              <a:t>Multiple cycles </a:t>
            </a:r>
          </a:p>
          <a:p>
            <a:pPr lvl="1">
              <a:buFont typeface="Courier New" panose="020B0604020202020204" pitchFamily="34" charset="0"/>
              <a:buChar char="o"/>
            </a:pPr>
            <a:r>
              <a:rPr lang="en-US"/>
              <a:t>Review the output</a:t>
            </a:r>
          </a:p>
          <a:p>
            <a:pPr lvl="1">
              <a:buFont typeface="Courier New" panose="020B0604020202020204" pitchFamily="34" charset="0"/>
              <a:buChar char="o"/>
            </a:pPr>
            <a:r>
              <a:rPr lang="en-US"/>
              <a:t>Rework </a:t>
            </a:r>
          </a:p>
          <a:p>
            <a:r>
              <a:rPr lang="en-US"/>
              <a:t>Use the result</a:t>
            </a:r>
          </a:p>
          <a:p>
            <a:pPr lvl="1">
              <a:buFont typeface="Courier New" panose="020B0604020202020204" pitchFamily="34" charset="0"/>
              <a:buChar char="o"/>
            </a:pPr>
            <a:endParaRPr lang="en-US"/>
          </a:p>
          <a:p>
            <a:endParaRPr lang="en-US"/>
          </a:p>
        </p:txBody>
      </p:sp>
    </p:spTree>
    <p:extLst>
      <p:ext uri="{BB962C8B-B14F-4D97-AF65-F5344CB8AC3E}">
        <p14:creationId xmlns:p14="http://schemas.microsoft.com/office/powerpoint/2010/main" val="2470203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D083C-F7DC-B846-D4E0-4A4F4944490B}"/>
              </a:ext>
            </a:extLst>
          </p:cNvPr>
          <p:cNvSpPr>
            <a:spLocks noGrp="1"/>
          </p:cNvSpPr>
          <p:nvPr>
            <p:ph type="title"/>
          </p:nvPr>
        </p:nvSpPr>
        <p:spPr>
          <a:xfrm>
            <a:off x="511628" y="2268"/>
            <a:ext cx="10363200" cy="861106"/>
          </a:xfrm>
        </p:spPr>
        <p:txBody>
          <a:bodyPr/>
          <a:lstStyle/>
          <a:p>
            <a:r>
              <a:rPr lang="en-US"/>
              <a:t>Learning about Prompting</a:t>
            </a:r>
          </a:p>
        </p:txBody>
      </p:sp>
      <p:sp>
        <p:nvSpPr>
          <p:cNvPr id="5" name="TextBox 4">
            <a:extLst>
              <a:ext uri="{FF2B5EF4-FFF2-40B4-BE49-F238E27FC236}">
                <a16:creationId xmlns:a16="http://schemas.microsoft.com/office/drawing/2014/main" id="{5DE22699-0597-A3DD-AAFF-69CB7A976873}"/>
              </a:ext>
            </a:extLst>
          </p:cNvPr>
          <p:cNvSpPr txBox="1"/>
          <p:nvPr/>
        </p:nvSpPr>
        <p:spPr>
          <a:xfrm>
            <a:off x="518722" y="1003060"/>
            <a:ext cx="10742706"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panose="020B0604020202020204" pitchFamily="34" charset="0"/>
              <a:buChar char="•"/>
            </a:pPr>
            <a:r>
              <a:rPr lang="en-US" sz="2800" b="1">
                <a:latin typeface="Aptos Display"/>
              </a:rPr>
              <a:t>Prompt </a:t>
            </a:r>
            <a:r>
              <a:rPr lang="en-US" sz="2800">
                <a:latin typeface="Aptos Display"/>
              </a:rPr>
              <a:t>is an input to guide any Generative AI</a:t>
            </a:r>
          </a:p>
          <a:p>
            <a:pPr marL="457200" indent="-457200">
              <a:buFont typeface="Arial" panose="020B0604020202020204" pitchFamily="34" charset="0"/>
              <a:buChar char="•"/>
            </a:pPr>
            <a:r>
              <a:rPr lang="en-US" sz="2800" b="1">
                <a:latin typeface="Aptos"/>
              </a:rPr>
              <a:t>Structured Prompting </a:t>
            </a:r>
            <a:r>
              <a:rPr lang="en-US" sz="2800">
                <a:latin typeface="Aptos"/>
              </a:rPr>
              <a:t>should be learnt and practiced to increase accuracy and ensure appropriateness </a:t>
            </a:r>
          </a:p>
          <a:p>
            <a:pPr marL="457200" indent="-457200">
              <a:buFont typeface="Arial" panose="020B0604020202020204" pitchFamily="34" charset="0"/>
              <a:buChar char="•"/>
            </a:pPr>
            <a:endParaRPr lang="en-US" sz="2800">
              <a:latin typeface="Aptos Display"/>
            </a:endParaRPr>
          </a:p>
        </p:txBody>
      </p:sp>
      <p:graphicFrame>
        <p:nvGraphicFramePr>
          <p:cNvPr id="12" name="Table 11">
            <a:extLst>
              <a:ext uri="{FF2B5EF4-FFF2-40B4-BE49-F238E27FC236}">
                <a16:creationId xmlns:a16="http://schemas.microsoft.com/office/drawing/2014/main" id="{77DE7720-7FB8-FEA8-2923-F31114080B7C}"/>
              </a:ext>
            </a:extLst>
          </p:cNvPr>
          <p:cNvGraphicFramePr>
            <a:graphicFrameLocks noGrp="1"/>
          </p:cNvGraphicFramePr>
          <p:nvPr>
            <p:extLst>
              <p:ext uri="{D42A27DB-BD31-4B8C-83A1-F6EECF244321}">
                <p14:modId xmlns:p14="http://schemas.microsoft.com/office/powerpoint/2010/main" val="489320076"/>
              </p:ext>
            </p:extLst>
          </p:nvPr>
        </p:nvGraphicFramePr>
        <p:xfrm>
          <a:off x="288636" y="2759363"/>
          <a:ext cx="11438937" cy="3718560"/>
        </p:xfrm>
        <a:graphic>
          <a:graphicData uri="http://schemas.openxmlformats.org/drawingml/2006/table">
            <a:tbl>
              <a:tblPr bandRow="1">
                <a:tableStyleId>{0E3FDE45-AF77-4B5C-9715-49D594BDF05E}</a:tableStyleId>
              </a:tblPr>
              <a:tblGrid>
                <a:gridCol w="1039090">
                  <a:extLst>
                    <a:ext uri="{9D8B030D-6E8A-4147-A177-3AD203B41FA5}">
                      <a16:colId xmlns:a16="http://schemas.microsoft.com/office/drawing/2014/main" val="88262935"/>
                    </a:ext>
                  </a:extLst>
                </a:gridCol>
                <a:gridCol w="3156238">
                  <a:extLst>
                    <a:ext uri="{9D8B030D-6E8A-4147-A177-3AD203B41FA5}">
                      <a16:colId xmlns:a16="http://schemas.microsoft.com/office/drawing/2014/main" val="200911375"/>
                    </a:ext>
                  </a:extLst>
                </a:gridCol>
                <a:gridCol w="7243609">
                  <a:extLst>
                    <a:ext uri="{9D8B030D-6E8A-4147-A177-3AD203B41FA5}">
                      <a16:colId xmlns:a16="http://schemas.microsoft.com/office/drawing/2014/main" val="3616596529"/>
                    </a:ext>
                  </a:extLst>
                </a:gridCol>
              </a:tblGrid>
              <a:tr h="0">
                <a:tc>
                  <a:txBody>
                    <a:bodyPr/>
                    <a:lstStyle/>
                    <a:p>
                      <a:pPr>
                        <a:buNone/>
                      </a:pPr>
                      <a:r>
                        <a:rPr lang="en-US" sz="1600"/>
                        <a:t>Letter</a:t>
                      </a:r>
                    </a:p>
                  </a:txBody>
                  <a:tcPr anchor="ctr"/>
                </a:tc>
                <a:tc>
                  <a:txBody>
                    <a:bodyPr/>
                    <a:lstStyle/>
                    <a:p>
                      <a:pPr>
                        <a:buNone/>
                      </a:pPr>
                      <a:r>
                        <a:rPr lang="en-US" sz="1600"/>
                        <a:t>Element</a:t>
                      </a:r>
                    </a:p>
                  </a:txBody>
                  <a:tcPr anchor="ctr"/>
                </a:tc>
                <a:tc>
                  <a:txBody>
                    <a:bodyPr/>
                    <a:lstStyle/>
                    <a:p>
                      <a:pPr>
                        <a:buNone/>
                      </a:pPr>
                      <a:r>
                        <a:rPr lang="en-US" sz="1600"/>
                        <a:t>Guiding question</a:t>
                      </a:r>
                    </a:p>
                  </a:txBody>
                  <a:tcPr anchor="ctr"/>
                </a:tc>
                <a:extLst>
                  <a:ext uri="{0D108BD9-81ED-4DB2-BD59-A6C34878D82A}">
                    <a16:rowId xmlns:a16="http://schemas.microsoft.com/office/drawing/2014/main" val="846315137"/>
                  </a:ext>
                </a:extLst>
              </a:tr>
              <a:tr h="0">
                <a:tc>
                  <a:txBody>
                    <a:bodyPr/>
                    <a:lstStyle/>
                    <a:p>
                      <a:pPr>
                        <a:buNone/>
                      </a:pPr>
                      <a:r>
                        <a:rPr lang="en-US" sz="1600"/>
                        <a:t>G</a:t>
                      </a:r>
                    </a:p>
                  </a:txBody>
                  <a:tcPr anchor="ctr"/>
                </a:tc>
                <a:tc>
                  <a:txBody>
                    <a:bodyPr/>
                    <a:lstStyle/>
                    <a:p>
                      <a:pPr>
                        <a:buNone/>
                      </a:pPr>
                      <a:r>
                        <a:rPr lang="en-US" sz="1600"/>
                        <a:t>Goal</a:t>
                      </a:r>
                    </a:p>
                  </a:txBody>
                  <a:tcPr anchor="ctr"/>
                </a:tc>
                <a:tc>
                  <a:txBody>
                    <a:bodyPr/>
                    <a:lstStyle/>
                    <a:p>
                      <a:pPr>
                        <a:buNone/>
                      </a:pPr>
                      <a:r>
                        <a:rPr lang="en-US" sz="1600"/>
                        <a:t>What response do you want from AI?</a:t>
                      </a:r>
                    </a:p>
                  </a:txBody>
                  <a:tcPr anchor="ctr"/>
                </a:tc>
                <a:extLst>
                  <a:ext uri="{0D108BD9-81ED-4DB2-BD59-A6C34878D82A}">
                    <a16:rowId xmlns:a16="http://schemas.microsoft.com/office/drawing/2014/main" val="3241652865"/>
                  </a:ext>
                </a:extLst>
              </a:tr>
              <a:tr h="0">
                <a:tc>
                  <a:txBody>
                    <a:bodyPr/>
                    <a:lstStyle/>
                    <a:p>
                      <a:pPr>
                        <a:buNone/>
                      </a:pPr>
                      <a:r>
                        <a:rPr lang="en-US" sz="1600"/>
                        <a:t>R </a:t>
                      </a:r>
                    </a:p>
                  </a:txBody>
                  <a:tcPr anchor="ctr"/>
                </a:tc>
                <a:tc>
                  <a:txBody>
                    <a:bodyPr/>
                    <a:lstStyle/>
                    <a:p>
                      <a:pPr>
                        <a:buNone/>
                      </a:pPr>
                      <a:r>
                        <a:rPr lang="en-US" sz="1600"/>
                        <a:t>Role &amp; Context</a:t>
                      </a:r>
                    </a:p>
                  </a:txBody>
                  <a:tcPr anchor="ctr"/>
                </a:tc>
                <a:tc>
                  <a:txBody>
                    <a:bodyPr/>
                    <a:lstStyle/>
                    <a:p>
                      <a:pPr>
                        <a:buNone/>
                      </a:pPr>
                      <a:r>
                        <a:rPr lang="en-US" sz="1600"/>
                        <a:t>Why do you need it, who is involved, and what should AI understand about the situation?</a:t>
                      </a:r>
                    </a:p>
                  </a:txBody>
                  <a:tcPr anchor="ctr"/>
                </a:tc>
                <a:extLst>
                  <a:ext uri="{0D108BD9-81ED-4DB2-BD59-A6C34878D82A}">
                    <a16:rowId xmlns:a16="http://schemas.microsoft.com/office/drawing/2014/main" val="3602677121"/>
                  </a:ext>
                </a:extLst>
              </a:tr>
              <a:tr h="0">
                <a:tc>
                  <a:txBody>
                    <a:bodyPr/>
                    <a:lstStyle/>
                    <a:p>
                      <a:pPr>
                        <a:buNone/>
                      </a:pPr>
                      <a:r>
                        <a:rPr lang="en-US" sz="1600"/>
                        <a:t>A</a:t>
                      </a:r>
                    </a:p>
                  </a:txBody>
                  <a:tcPr anchor="ctr"/>
                </a:tc>
                <a:tc>
                  <a:txBody>
                    <a:bodyPr/>
                    <a:lstStyle/>
                    <a:p>
                      <a:pPr>
                        <a:buNone/>
                      </a:pPr>
                      <a:r>
                        <a:rPr lang="en-US" sz="1600"/>
                        <a:t>Audience</a:t>
                      </a:r>
                    </a:p>
                  </a:txBody>
                  <a:tcPr anchor="ctr"/>
                </a:tc>
                <a:tc>
                  <a:txBody>
                    <a:bodyPr/>
                    <a:lstStyle/>
                    <a:p>
                      <a:pPr>
                        <a:buNone/>
                      </a:pPr>
                      <a:r>
                        <a:rPr lang="en-US" sz="1600"/>
                        <a:t>Who is the response for? (students, teachers, class/ age level, low vision, completely blind etc.)</a:t>
                      </a:r>
                    </a:p>
                  </a:txBody>
                  <a:tcPr anchor="ctr"/>
                </a:tc>
                <a:extLst>
                  <a:ext uri="{0D108BD9-81ED-4DB2-BD59-A6C34878D82A}">
                    <a16:rowId xmlns:a16="http://schemas.microsoft.com/office/drawing/2014/main" val="2745402132"/>
                  </a:ext>
                </a:extLst>
              </a:tr>
              <a:tr h="0">
                <a:tc>
                  <a:txBody>
                    <a:bodyPr/>
                    <a:lstStyle/>
                    <a:p>
                      <a:pPr>
                        <a:buNone/>
                      </a:pPr>
                      <a:r>
                        <a:rPr lang="en-US" sz="1600"/>
                        <a:t>S</a:t>
                      </a:r>
                    </a:p>
                  </a:txBody>
                  <a:tcPr anchor="ctr"/>
                </a:tc>
                <a:tc>
                  <a:txBody>
                    <a:bodyPr/>
                    <a:lstStyle/>
                    <a:p>
                      <a:pPr>
                        <a:buNone/>
                      </a:pPr>
                      <a:r>
                        <a:rPr lang="en-US" sz="1600"/>
                        <a:t>Sources</a:t>
                      </a:r>
                    </a:p>
                  </a:txBody>
                  <a:tcPr anchor="ctr"/>
                </a:tc>
                <a:tc>
                  <a:txBody>
                    <a:bodyPr/>
                    <a:lstStyle/>
                    <a:p>
                      <a:pPr>
                        <a:buNone/>
                      </a:pPr>
                      <a:r>
                        <a:rPr lang="en-US" sz="1600"/>
                        <a:t>Which information sources, references, or samples should AI use?</a:t>
                      </a:r>
                    </a:p>
                  </a:txBody>
                  <a:tcPr anchor="ctr"/>
                </a:tc>
                <a:extLst>
                  <a:ext uri="{0D108BD9-81ED-4DB2-BD59-A6C34878D82A}">
                    <a16:rowId xmlns:a16="http://schemas.microsoft.com/office/drawing/2014/main" val="1293188239"/>
                  </a:ext>
                </a:extLst>
              </a:tr>
              <a:tr h="0">
                <a:tc>
                  <a:txBody>
                    <a:bodyPr/>
                    <a:lstStyle/>
                    <a:p>
                      <a:pPr>
                        <a:buNone/>
                      </a:pPr>
                      <a:r>
                        <a:rPr lang="en-US" sz="1600"/>
                        <a:t>P</a:t>
                      </a:r>
                    </a:p>
                  </a:txBody>
                  <a:tcPr anchor="ctr"/>
                </a:tc>
                <a:tc>
                  <a:txBody>
                    <a:bodyPr/>
                    <a:lstStyle/>
                    <a:p>
                      <a:pPr>
                        <a:buNone/>
                      </a:pPr>
                      <a:r>
                        <a:rPr lang="en-US" sz="1600"/>
                        <a:t>Preferences/ Expectations</a:t>
                      </a:r>
                    </a:p>
                  </a:txBody>
                  <a:tcPr anchor="ctr"/>
                </a:tc>
                <a:tc>
                  <a:txBody>
                    <a:bodyPr/>
                    <a:lstStyle/>
                    <a:p>
                      <a:pPr marL="285750" lvl="0" indent="-285750" algn="l">
                        <a:lnSpc>
                          <a:spcPct val="100000"/>
                        </a:lnSpc>
                        <a:spcBef>
                          <a:spcPts val="0"/>
                        </a:spcBef>
                        <a:spcAft>
                          <a:spcPts val="0"/>
                        </a:spcAft>
                        <a:buFont typeface="Arial"/>
                        <a:buChar char="•"/>
                      </a:pPr>
                      <a:r>
                        <a:rPr lang="en-US" sz="1600" b="0" i="0" u="none" strike="noStrike" noProof="0">
                          <a:latin typeface="Aptos"/>
                        </a:rPr>
                        <a:t>Word limit </a:t>
                      </a:r>
                      <a:endParaRPr lang="en-US" sz="1600"/>
                    </a:p>
                    <a:p>
                      <a:pPr marL="285750" lvl="0" indent="-285750" algn="l">
                        <a:lnSpc>
                          <a:spcPct val="100000"/>
                        </a:lnSpc>
                        <a:spcBef>
                          <a:spcPts val="0"/>
                        </a:spcBef>
                        <a:spcAft>
                          <a:spcPts val="0"/>
                        </a:spcAft>
                        <a:buFont typeface="Arial"/>
                        <a:buChar char="•"/>
                      </a:pPr>
                      <a:r>
                        <a:rPr lang="en-US" sz="1600" b="0" i="0" u="none" strike="noStrike" noProof="0">
                          <a:latin typeface="Aptos"/>
                        </a:rPr>
                        <a:t>Language </a:t>
                      </a:r>
                      <a:endParaRPr lang="en-US" sz="1600"/>
                    </a:p>
                    <a:p>
                      <a:pPr marL="285750" lvl="0" indent="-285750" algn="l">
                        <a:lnSpc>
                          <a:spcPct val="100000"/>
                        </a:lnSpc>
                        <a:spcBef>
                          <a:spcPts val="0"/>
                        </a:spcBef>
                        <a:spcAft>
                          <a:spcPts val="0"/>
                        </a:spcAft>
                        <a:buFont typeface="Arial"/>
                        <a:buChar char="•"/>
                      </a:pPr>
                      <a:r>
                        <a:rPr lang="en-US" sz="1600" b="0" i="0" u="none" strike="noStrike" noProof="0">
                          <a:latin typeface="Aptos"/>
                        </a:rPr>
                        <a:t>Curriculum </a:t>
                      </a:r>
                      <a:endParaRPr lang="en-US" sz="1600"/>
                    </a:p>
                    <a:p>
                      <a:pPr marL="285750" lvl="0" indent="-285750" algn="l">
                        <a:lnSpc>
                          <a:spcPct val="100000"/>
                        </a:lnSpc>
                        <a:spcBef>
                          <a:spcPts val="0"/>
                        </a:spcBef>
                        <a:spcAft>
                          <a:spcPts val="0"/>
                        </a:spcAft>
                        <a:buFont typeface="Arial"/>
                        <a:buChar char="•"/>
                      </a:pPr>
                      <a:r>
                        <a:rPr lang="en-US" sz="1600" b="0" i="0" u="none" strike="noStrike" noProof="0">
                          <a:latin typeface="Aptos"/>
                        </a:rPr>
                        <a:t>What AI should </a:t>
                      </a:r>
                      <a:r>
                        <a:rPr lang="en-US" sz="1600" b="1" i="0" u="none" strike="noStrike" noProof="0">
                          <a:latin typeface="Aptos"/>
                        </a:rPr>
                        <a:t>not</a:t>
                      </a:r>
                      <a:r>
                        <a:rPr lang="en-US" sz="1600" b="0" i="0" u="none" strike="noStrike" noProof="0">
                          <a:latin typeface="Aptos"/>
                        </a:rPr>
                        <a:t> do </a:t>
                      </a:r>
                      <a:endParaRPr lang="en-US" sz="1600"/>
                    </a:p>
                    <a:p>
                      <a:pPr marL="285750" lvl="0" indent="-285750" algn="l">
                        <a:lnSpc>
                          <a:spcPct val="100000"/>
                        </a:lnSpc>
                        <a:spcBef>
                          <a:spcPts val="0"/>
                        </a:spcBef>
                        <a:spcAft>
                          <a:spcPts val="0"/>
                        </a:spcAft>
                        <a:buFont typeface="Arial"/>
                        <a:buChar char="•"/>
                      </a:pPr>
                      <a:r>
                        <a:rPr lang="en-US" sz="1600" b="0" i="0" u="none" strike="noStrike" noProof="0">
                          <a:latin typeface="Aptos"/>
                        </a:rPr>
                        <a:t>Required format </a:t>
                      </a:r>
                      <a:endParaRPr lang="en-US" sz="1600"/>
                    </a:p>
                    <a:p>
                      <a:pPr marL="285750" lvl="0" indent="-285750" algn="l">
                        <a:lnSpc>
                          <a:spcPct val="100000"/>
                        </a:lnSpc>
                        <a:spcBef>
                          <a:spcPts val="0"/>
                        </a:spcBef>
                        <a:spcAft>
                          <a:spcPts val="0"/>
                        </a:spcAft>
                        <a:buFont typeface="Arial"/>
                        <a:buChar char="•"/>
                      </a:pPr>
                      <a:r>
                        <a:rPr lang="en-US" sz="1600" b="0" i="0" u="none" strike="noStrike" noProof="0">
                          <a:latin typeface="Aptos"/>
                        </a:rPr>
                        <a:t>Whether citations are required </a:t>
                      </a:r>
                      <a:endParaRPr lang="en-US" sz="1600"/>
                    </a:p>
                  </a:txBody>
                  <a:tcPr anchor="ctr"/>
                </a:tc>
                <a:extLst>
                  <a:ext uri="{0D108BD9-81ED-4DB2-BD59-A6C34878D82A}">
                    <a16:rowId xmlns:a16="http://schemas.microsoft.com/office/drawing/2014/main" val="3137277862"/>
                  </a:ext>
                </a:extLst>
              </a:tr>
            </a:tbl>
          </a:graphicData>
        </a:graphic>
      </p:graphicFrame>
    </p:spTree>
    <p:extLst>
      <p:ext uri="{BB962C8B-B14F-4D97-AF65-F5344CB8AC3E}">
        <p14:creationId xmlns:p14="http://schemas.microsoft.com/office/powerpoint/2010/main" val="2162389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1AE89-D4B3-4408-D952-460EA5491F64}"/>
              </a:ext>
            </a:extLst>
          </p:cNvPr>
          <p:cNvSpPr>
            <a:spLocks noGrp="1"/>
          </p:cNvSpPr>
          <p:nvPr>
            <p:ph type="title"/>
          </p:nvPr>
        </p:nvSpPr>
        <p:spPr/>
        <p:txBody>
          <a:bodyPr/>
          <a:lstStyle/>
          <a:p>
            <a:r>
              <a:rPr lang="en-US"/>
              <a:t>Materials Needed</a:t>
            </a:r>
          </a:p>
        </p:txBody>
      </p:sp>
      <p:sp>
        <p:nvSpPr>
          <p:cNvPr id="3" name="Content Placeholder 2">
            <a:extLst>
              <a:ext uri="{FF2B5EF4-FFF2-40B4-BE49-F238E27FC236}">
                <a16:creationId xmlns:a16="http://schemas.microsoft.com/office/drawing/2014/main" id="{2652872F-EAF9-3B05-1486-D5A2C706C75B}"/>
              </a:ext>
            </a:extLst>
          </p:cNvPr>
          <p:cNvSpPr>
            <a:spLocks noGrp="1"/>
          </p:cNvSpPr>
          <p:nvPr>
            <p:ph idx="1"/>
          </p:nvPr>
        </p:nvSpPr>
        <p:spPr/>
        <p:txBody>
          <a:bodyPr vert="horz" lIns="91440" tIns="45720" rIns="91440" bIns="45720" rtlCol="0" anchor="t">
            <a:normAutofit/>
          </a:bodyPr>
          <a:lstStyle/>
          <a:p>
            <a:r>
              <a:rPr lang="en-IN" sz="2000">
                <a:latin typeface="Calibri Light"/>
                <a:ea typeface="Calibri Light"/>
                <a:cs typeface="Calibri Light"/>
              </a:rPr>
              <a:t>AI tool (ChatGPT, Copilot, Gemini, </a:t>
            </a:r>
            <a:r>
              <a:rPr lang="en-IN" sz="2000" err="1">
                <a:latin typeface="Calibri Light"/>
                <a:ea typeface="Calibri Light"/>
                <a:cs typeface="Calibri Light"/>
              </a:rPr>
              <a:t>sarvam</a:t>
            </a:r>
            <a:r>
              <a:rPr lang="en-IN" sz="2000">
                <a:latin typeface="Calibri Light"/>
                <a:ea typeface="Calibri Light"/>
                <a:cs typeface="Calibri Light"/>
              </a:rPr>
              <a:t>, Suno, </a:t>
            </a:r>
            <a:r>
              <a:rPr lang="en-IN" sz="2000" err="1">
                <a:latin typeface="Calibri Light"/>
                <a:ea typeface="Calibri Light"/>
                <a:cs typeface="Calibri Light"/>
              </a:rPr>
              <a:t>claude</a:t>
            </a:r>
            <a:r>
              <a:rPr lang="en-IN" sz="2000">
                <a:latin typeface="Calibri Light"/>
                <a:ea typeface="Calibri Light"/>
                <a:cs typeface="Calibri Light"/>
              </a:rPr>
              <a:t> ..etc.) </a:t>
            </a:r>
            <a:endParaRPr lang="en-US" sz="2000">
              <a:latin typeface="Calibri Light"/>
              <a:ea typeface="Calibri Light"/>
              <a:cs typeface="Calibri Light"/>
            </a:endParaRPr>
          </a:p>
          <a:p>
            <a:r>
              <a:rPr lang="en-IN" sz="2000">
                <a:latin typeface="Calibri Light"/>
                <a:ea typeface="Calibri Light"/>
                <a:cs typeface="Calibri Light"/>
              </a:rPr>
              <a:t>Android mobile with internet </a:t>
            </a:r>
            <a:endParaRPr lang="en-US" sz="2000">
              <a:latin typeface="Calibri Light"/>
              <a:ea typeface="Calibri Light"/>
              <a:cs typeface="Calibri Light"/>
            </a:endParaRPr>
          </a:p>
          <a:p>
            <a:r>
              <a:rPr lang="en-US" sz="2000">
                <a:latin typeface="Calibri Light"/>
                <a:ea typeface="Calibri Light"/>
                <a:cs typeface="Calibri Light"/>
              </a:rPr>
              <a:t>Speaker/Headset</a:t>
            </a:r>
          </a:p>
        </p:txBody>
      </p:sp>
    </p:spTree>
    <p:extLst>
      <p:ext uri="{BB962C8B-B14F-4D97-AF65-F5344CB8AC3E}">
        <p14:creationId xmlns:p14="http://schemas.microsoft.com/office/powerpoint/2010/main" val="16946953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5458" y="148165"/>
            <a:ext cx="9372600" cy="1143000"/>
          </a:xfrm>
        </p:spPr>
        <p:txBody>
          <a:bodyPr>
            <a:normAutofit/>
          </a:bodyPr>
          <a:lstStyle/>
          <a:p>
            <a:r>
              <a:rPr sz="2800" b="1">
                <a:latin typeface="Calibri Light"/>
                <a:ea typeface="Calibri Light"/>
                <a:cs typeface="Calibri Light"/>
              </a:rPr>
              <a:t>Use Case:</a:t>
            </a:r>
            <a:r>
              <a:rPr lang="en-IN" sz="2800" b="1">
                <a:latin typeface="Calibri Light"/>
                <a:ea typeface="Calibri Light"/>
                <a:cs typeface="Calibri Light"/>
              </a:rPr>
              <a:t> Create Accessible Learning Materials Using A</a:t>
            </a:r>
            <a:r>
              <a:rPr lang="en-IN" sz="3100" b="1">
                <a:latin typeface="Calibri Light"/>
                <a:ea typeface="Calibri Light"/>
                <a:cs typeface="Calibri Light"/>
              </a:rPr>
              <a:t>I</a:t>
            </a:r>
            <a:br>
              <a:rPr lang="en-IN" b="1"/>
            </a:br>
            <a:endParaRPr/>
          </a:p>
        </p:txBody>
      </p:sp>
      <p:sp>
        <p:nvSpPr>
          <p:cNvPr id="3" name="Content Placeholder 2"/>
          <p:cNvSpPr>
            <a:spLocks noGrp="1"/>
          </p:cNvSpPr>
          <p:nvPr>
            <p:ph idx="1"/>
          </p:nvPr>
        </p:nvSpPr>
        <p:spPr>
          <a:xfrm>
            <a:off x="849086" y="917350"/>
            <a:ext cx="11074399" cy="5896427"/>
          </a:xfrm>
        </p:spPr>
        <p:txBody>
          <a:bodyPr vert="horz" lIns="91440" tIns="45720" rIns="91440" bIns="45720" rtlCol="0" anchor="t">
            <a:normAutofit/>
          </a:bodyPr>
          <a:lstStyle/>
          <a:p>
            <a:pPr marL="0" indent="0">
              <a:buNone/>
            </a:pPr>
            <a:r>
              <a:rPr lang="en-IN" sz="2000" b="1">
                <a:latin typeface="Calibri Light"/>
                <a:ea typeface="Calibri Light"/>
                <a:cs typeface="Calibri Light"/>
              </a:rPr>
              <a:t>Activity:</a:t>
            </a:r>
            <a:endParaRPr lang="en-IN" sz="2000">
              <a:latin typeface="Calibri Light"/>
              <a:ea typeface="Calibri Light"/>
              <a:cs typeface="Calibri Light"/>
            </a:endParaRPr>
          </a:p>
          <a:p>
            <a:pPr marL="0" indent="0">
              <a:buNone/>
            </a:pPr>
            <a:r>
              <a:rPr lang="en-IN" sz="2000" b="1">
                <a:latin typeface="Calibri Light"/>
                <a:ea typeface="Calibri Light"/>
                <a:cs typeface="Calibri Light"/>
              </a:rPr>
              <a:t>Enter the prompt: </a:t>
            </a:r>
          </a:p>
          <a:p>
            <a:pPr marL="0" indent="0">
              <a:buNone/>
            </a:pPr>
            <a:r>
              <a:rPr lang="en-IN" sz="2000" b="1">
                <a:solidFill>
                  <a:srgbClr val="002060"/>
                </a:solidFill>
                <a:latin typeface="Calibri Light"/>
                <a:ea typeface="Calibri Light"/>
                <a:cs typeface="Calibri Light"/>
              </a:rPr>
              <a:t>Goal:</a:t>
            </a:r>
            <a:r>
              <a:rPr lang="en-IN" sz="2000">
                <a:solidFill>
                  <a:srgbClr val="002060"/>
                </a:solidFill>
                <a:latin typeface="Calibri Light"/>
                <a:ea typeface="Calibri Light"/>
                <a:cs typeface="Calibri Light"/>
              </a:rPr>
              <a:t> Convert a document into </a:t>
            </a:r>
            <a:r>
              <a:rPr lang="en-IN" sz="2000" b="1">
                <a:solidFill>
                  <a:srgbClr val="002060"/>
                </a:solidFill>
                <a:latin typeface="Calibri Light"/>
                <a:ea typeface="Calibri Light"/>
                <a:cs typeface="Calibri Light"/>
              </a:rPr>
              <a:t>Word, HTML, PDF, or EPUB</a:t>
            </a:r>
            <a:r>
              <a:rPr lang="en-IN" sz="2000">
                <a:solidFill>
                  <a:srgbClr val="002060"/>
                </a:solidFill>
                <a:latin typeface="Calibri Light"/>
                <a:ea typeface="Calibri Light"/>
                <a:cs typeface="Calibri Light"/>
              </a:rPr>
              <a:t> format.</a:t>
            </a:r>
          </a:p>
          <a:p>
            <a:pPr marL="0" indent="0">
              <a:buNone/>
            </a:pPr>
            <a:r>
              <a:rPr lang="en-IN" sz="2000" b="1">
                <a:solidFill>
                  <a:srgbClr val="002060"/>
                </a:solidFill>
                <a:latin typeface="Calibri Light"/>
                <a:ea typeface="Calibri Light"/>
                <a:cs typeface="Calibri Light"/>
              </a:rPr>
              <a:t>Context:</a:t>
            </a:r>
            <a:r>
              <a:rPr lang="en-IN" sz="2000">
                <a:solidFill>
                  <a:srgbClr val="002060"/>
                </a:solidFill>
                <a:latin typeface="Calibri Light"/>
                <a:ea typeface="Calibri Light"/>
                <a:cs typeface="Calibri Light"/>
              </a:rPr>
              <a:t> The document is educational content that needs to be made accessible for </a:t>
            </a:r>
            <a:r>
              <a:rPr lang="en-IN" sz="2000" b="1">
                <a:solidFill>
                  <a:srgbClr val="002060"/>
                </a:solidFill>
                <a:latin typeface="Calibri Light"/>
                <a:ea typeface="Calibri Light"/>
                <a:cs typeface="Calibri Light"/>
              </a:rPr>
              <a:t>Visually Impaired (VI) students</a:t>
            </a:r>
            <a:r>
              <a:rPr lang="en-IN" sz="2000">
                <a:solidFill>
                  <a:srgbClr val="002060"/>
                </a:solidFill>
                <a:latin typeface="Calibri Light"/>
                <a:ea typeface="Calibri Light"/>
                <a:cs typeface="Calibri Light"/>
              </a:rPr>
              <a:t>.</a:t>
            </a:r>
          </a:p>
          <a:p>
            <a:pPr marL="0" indent="0">
              <a:buNone/>
            </a:pPr>
            <a:r>
              <a:rPr lang="en-IN" sz="2000" b="1">
                <a:solidFill>
                  <a:srgbClr val="002060"/>
                </a:solidFill>
                <a:latin typeface="Calibri Light"/>
                <a:ea typeface="Calibri Light"/>
                <a:cs typeface="Calibri Light"/>
              </a:rPr>
              <a:t>Source:</a:t>
            </a:r>
            <a:r>
              <a:rPr lang="en-IN" sz="2000">
                <a:solidFill>
                  <a:srgbClr val="002060"/>
                </a:solidFill>
                <a:latin typeface="Calibri Light"/>
                <a:ea typeface="Calibri Light"/>
                <a:cs typeface="Calibri Light"/>
              </a:rPr>
              <a:t> Use the </a:t>
            </a:r>
            <a:r>
              <a:rPr lang="en-IN" sz="2000" b="1">
                <a:solidFill>
                  <a:srgbClr val="002060"/>
                </a:solidFill>
                <a:latin typeface="Calibri Light"/>
                <a:ea typeface="Calibri Light"/>
                <a:cs typeface="Calibri Light"/>
              </a:rPr>
              <a:t>original document</a:t>
            </a:r>
            <a:r>
              <a:rPr lang="en-IN" sz="2000">
                <a:solidFill>
                  <a:srgbClr val="002060"/>
                </a:solidFill>
                <a:latin typeface="Calibri Light"/>
                <a:ea typeface="Calibri Light"/>
                <a:cs typeface="Calibri Light"/>
              </a:rPr>
              <a:t> provided as the source.</a:t>
            </a:r>
          </a:p>
          <a:p>
            <a:pPr marL="0" indent="0">
              <a:buNone/>
            </a:pPr>
            <a:r>
              <a:rPr lang="en-IN" sz="2000" b="1">
                <a:solidFill>
                  <a:srgbClr val="002060"/>
                </a:solidFill>
                <a:latin typeface="Calibri Light"/>
                <a:ea typeface="Calibri Light"/>
                <a:cs typeface="Calibri Light"/>
              </a:rPr>
              <a:t>Expectation:</a:t>
            </a:r>
            <a:r>
              <a:rPr lang="en-IN" sz="2000">
                <a:solidFill>
                  <a:srgbClr val="002060"/>
                </a:solidFill>
                <a:latin typeface="Calibri Light"/>
                <a:ea typeface="Calibri Light"/>
                <a:cs typeface="Calibri Light"/>
              </a:rPr>
              <a:t> Convert the document into the selected format while preserving the </a:t>
            </a:r>
            <a:r>
              <a:rPr lang="en-IN" sz="2000" b="1">
                <a:solidFill>
                  <a:srgbClr val="002060"/>
                </a:solidFill>
                <a:latin typeface="Calibri Light"/>
                <a:ea typeface="Calibri Light"/>
                <a:cs typeface="Calibri Light"/>
              </a:rPr>
              <a:t>content, headings, structure, tables, and important information</a:t>
            </a:r>
            <a:r>
              <a:rPr lang="en-IN" sz="2000">
                <a:solidFill>
                  <a:srgbClr val="002060"/>
                </a:solidFill>
                <a:latin typeface="Calibri Light"/>
                <a:ea typeface="Calibri Light"/>
                <a:cs typeface="Calibri Light"/>
              </a:rPr>
              <a:t>. Ensure the final document is </a:t>
            </a:r>
            <a:r>
              <a:rPr lang="en-IN" sz="2000" b="1">
                <a:solidFill>
                  <a:srgbClr val="002060"/>
                </a:solidFill>
                <a:latin typeface="Calibri Light"/>
                <a:ea typeface="Calibri Light"/>
                <a:cs typeface="Calibri Light"/>
              </a:rPr>
              <a:t>accessible and screen-reader friendly</a:t>
            </a:r>
            <a:r>
              <a:rPr lang="en-IN" sz="2000">
                <a:solidFill>
                  <a:srgbClr val="002060"/>
                </a:solidFill>
                <a:latin typeface="Calibri Light"/>
                <a:ea typeface="Calibri Light"/>
                <a:cs typeface="Calibri Light"/>
              </a:rPr>
              <a:t>.</a:t>
            </a:r>
          </a:p>
          <a:p>
            <a:r>
              <a:rPr lang="en-IN" sz="2000">
                <a:latin typeface="Calibri Light"/>
                <a:ea typeface="Calibri Light"/>
                <a:cs typeface="Calibri Light"/>
              </a:rPr>
              <a:t>Generate </a:t>
            </a:r>
            <a:r>
              <a:rPr lang="en-IN" sz="2000" b="1">
                <a:latin typeface="Calibri Light"/>
                <a:ea typeface="Calibri Light"/>
                <a:cs typeface="Calibri Light"/>
              </a:rPr>
              <a:t>alt text</a:t>
            </a:r>
            <a:r>
              <a:rPr lang="en-IN" sz="2000">
                <a:latin typeface="Calibri Light"/>
                <a:ea typeface="Calibri Light"/>
                <a:cs typeface="Calibri Light"/>
              </a:rPr>
              <a:t> (image descriptions) for classroom images. </a:t>
            </a:r>
          </a:p>
          <a:p>
            <a:r>
              <a:rPr lang="en-IN" sz="2000" b="1">
                <a:latin typeface="Calibri Light"/>
                <a:ea typeface="Calibri Light"/>
                <a:cs typeface="Calibri Light"/>
              </a:rPr>
              <a:t>Hands-on:</a:t>
            </a:r>
            <a:r>
              <a:rPr lang="en-IN" sz="2000">
                <a:latin typeface="Calibri Light"/>
                <a:ea typeface="Calibri Light"/>
                <a:cs typeface="Calibri Light"/>
              </a:rPr>
              <a:t> Create alt text for one classroom image. </a:t>
            </a:r>
          </a:p>
          <a:p>
            <a:pPr marL="0" indent="0">
              <a:buNone/>
            </a:pPr>
            <a:endParaRPr lang="en-IN" sz="2000" b="1">
              <a:latin typeface="Calibri Light"/>
              <a:ea typeface="Calibri Light"/>
              <a:cs typeface="Calibri Light"/>
            </a:endParaRPr>
          </a:p>
          <a:p>
            <a:pPr marL="0" indent="0">
              <a:buNone/>
            </a:pPr>
            <a:r>
              <a:rPr lang="en-IN" sz="2000" b="1">
                <a:latin typeface="Calibri Light"/>
                <a:ea typeface="Calibri Light"/>
                <a:cs typeface="Calibri Light"/>
              </a:rPr>
              <a:t>Key Takeaway</a:t>
            </a:r>
            <a:br>
              <a:rPr lang="en-IN" sz="2000">
                <a:latin typeface="Calibri Light"/>
                <a:ea typeface="Calibri Light"/>
                <a:cs typeface="Calibri Light"/>
              </a:rPr>
            </a:br>
            <a:r>
              <a:rPr lang="en-IN" sz="2000">
                <a:latin typeface="Calibri Light"/>
                <a:ea typeface="Calibri Light"/>
                <a:cs typeface="Calibri Light"/>
              </a:rPr>
              <a:t>AI helps make learning materials more accessible by supporting multiple formats and meaningful image descriptions for all learners, including students with visual impairments.</a:t>
            </a:r>
          </a:p>
          <a:p>
            <a:pPr>
              <a:defRPr sz="2200"/>
            </a:pPr>
            <a:endParaRPr/>
          </a:p>
        </p:txBody>
      </p:sp>
    </p:spTree>
    <p:extLst>
      <p:ext uri="{BB962C8B-B14F-4D97-AF65-F5344CB8AC3E}">
        <p14:creationId xmlns:p14="http://schemas.microsoft.com/office/powerpoint/2010/main" val="35186951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8671" y="-1133"/>
            <a:ext cx="8890000" cy="1157514"/>
          </a:xfrm>
        </p:spPr>
        <p:txBody>
          <a:bodyPr>
            <a:noAutofit/>
          </a:bodyPr>
          <a:lstStyle/>
          <a:p>
            <a:r>
              <a:rPr sz="2800" b="1">
                <a:latin typeface="Calibri Light"/>
                <a:ea typeface="Calibri Light"/>
                <a:cs typeface="Calibri Light"/>
              </a:rPr>
              <a:t>Use Case : </a:t>
            </a:r>
            <a:r>
              <a:rPr lang="en-IN" sz="2800" b="1">
                <a:latin typeface="Calibri Light"/>
                <a:ea typeface="Calibri Light"/>
                <a:cs typeface="Calibri Light"/>
              </a:rPr>
              <a:t>Generate Worksheets Using AI</a:t>
            </a:r>
            <a:br>
              <a:rPr lang="en-IN" sz="3600" b="1"/>
            </a:br>
            <a:endParaRPr sz="3600" b="1"/>
          </a:p>
        </p:txBody>
      </p:sp>
      <p:sp>
        <p:nvSpPr>
          <p:cNvPr id="3" name="Content Placeholder 2"/>
          <p:cNvSpPr>
            <a:spLocks noGrp="1"/>
          </p:cNvSpPr>
          <p:nvPr>
            <p:ph idx="1"/>
          </p:nvPr>
        </p:nvSpPr>
        <p:spPr>
          <a:xfrm>
            <a:off x="908671" y="794276"/>
            <a:ext cx="10000342" cy="6311040"/>
          </a:xfrm>
        </p:spPr>
        <p:txBody>
          <a:bodyPr vert="horz" lIns="91440" tIns="45720" rIns="91440" bIns="45720" rtlCol="0" anchor="t">
            <a:noAutofit/>
          </a:bodyPr>
          <a:lstStyle/>
          <a:p>
            <a:pPr marL="0" indent="0">
              <a:buNone/>
            </a:pPr>
            <a:r>
              <a:rPr lang="en-IN" sz="2400">
                <a:latin typeface="Calibri Light"/>
                <a:ea typeface="Calibri Light"/>
                <a:cs typeface="Calibri Light"/>
              </a:rPr>
              <a:t> </a:t>
            </a:r>
            <a:r>
              <a:rPr lang="en-IN" sz="2000" b="1">
                <a:latin typeface="Calibri Light"/>
                <a:ea typeface="Calibri Light"/>
                <a:cs typeface="Calibri Light"/>
              </a:rPr>
              <a:t>Activity:</a:t>
            </a:r>
            <a:endParaRPr lang="en-IN" sz="2000">
              <a:latin typeface="Calibri Light"/>
              <a:ea typeface="Calibri Light"/>
              <a:cs typeface="Calibri Light"/>
            </a:endParaRPr>
          </a:p>
          <a:p>
            <a:pPr marL="0" indent="0">
              <a:buNone/>
            </a:pPr>
            <a:r>
              <a:rPr lang="en-IN" sz="2000">
                <a:latin typeface="Calibri Light"/>
                <a:ea typeface="Calibri Light"/>
                <a:cs typeface="Calibri Light"/>
              </a:rPr>
              <a:t>Enter prompt: </a:t>
            </a:r>
          </a:p>
          <a:p>
            <a:pPr>
              <a:buNone/>
            </a:pPr>
            <a:r>
              <a:rPr lang="en-IN" sz="2000" b="1">
                <a:solidFill>
                  <a:srgbClr val="002060"/>
                </a:solidFill>
                <a:latin typeface="Calibri Light"/>
                <a:ea typeface="Calibri Light"/>
                <a:cs typeface="Calibri Light"/>
              </a:rPr>
              <a:t>Goal:</a:t>
            </a:r>
            <a:r>
              <a:rPr lang="en-IN" sz="2000">
                <a:solidFill>
                  <a:srgbClr val="002060"/>
                </a:solidFill>
                <a:latin typeface="Calibri Light"/>
                <a:ea typeface="Calibri Light"/>
                <a:cs typeface="Calibri Light"/>
              </a:rPr>
              <a:t> Create an accessible worksheet on </a:t>
            </a:r>
            <a:r>
              <a:rPr lang="en-IN" sz="2000" b="1">
                <a:solidFill>
                  <a:srgbClr val="002060"/>
                </a:solidFill>
                <a:latin typeface="Calibri Light"/>
                <a:ea typeface="Calibri Light"/>
                <a:cs typeface="Calibri Light"/>
              </a:rPr>
              <a:t>Force</a:t>
            </a:r>
            <a:r>
              <a:rPr lang="en-IN" sz="2000">
                <a:solidFill>
                  <a:srgbClr val="002060"/>
                </a:solidFill>
                <a:latin typeface="Calibri Light"/>
                <a:ea typeface="Calibri Light"/>
                <a:cs typeface="Calibri Light"/>
              </a:rPr>
              <a:t> for </a:t>
            </a:r>
            <a:r>
              <a:rPr lang="en-IN" sz="2000" b="1">
                <a:solidFill>
                  <a:srgbClr val="002060"/>
                </a:solidFill>
                <a:latin typeface="Calibri Light"/>
                <a:ea typeface="Calibri Light"/>
                <a:cs typeface="Calibri Light"/>
              </a:rPr>
              <a:t>Grade 6</a:t>
            </a:r>
            <a:r>
              <a:rPr lang="en-IN" sz="2000">
                <a:solidFill>
                  <a:srgbClr val="002060"/>
                </a:solidFill>
                <a:latin typeface="Calibri Light"/>
                <a:ea typeface="Calibri Light"/>
                <a:cs typeface="Calibri Light"/>
              </a:rPr>
              <a:t> students.</a:t>
            </a:r>
          </a:p>
          <a:p>
            <a:pPr marL="0" indent="0">
              <a:buNone/>
            </a:pPr>
            <a:r>
              <a:rPr lang="en-IN" sz="2000" b="1">
                <a:solidFill>
                  <a:srgbClr val="002060"/>
                </a:solidFill>
                <a:latin typeface="Calibri Light"/>
                <a:ea typeface="Calibri Light"/>
                <a:cs typeface="Calibri Light"/>
              </a:rPr>
              <a:t>Context:</a:t>
            </a:r>
            <a:r>
              <a:rPr lang="en-IN" sz="2000">
                <a:solidFill>
                  <a:srgbClr val="002060"/>
                </a:solidFill>
                <a:latin typeface="Calibri Light"/>
                <a:ea typeface="Calibri Light"/>
                <a:cs typeface="Calibri Light"/>
              </a:rPr>
              <a:t> The worksheet is for </a:t>
            </a:r>
            <a:r>
              <a:rPr lang="en-IN" sz="2000" b="1">
                <a:solidFill>
                  <a:srgbClr val="002060"/>
                </a:solidFill>
                <a:latin typeface="Calibri Light"/>
                <a:ea typeface="Calibri Light"/>
                <a:cs typeface="Calibri Light"/>
              </a:rPr>
              <a:t>Visually Impaired (VI) students</a:t>
            </a:r>
            <a:r>
              <a:rPr lang="en-IN" sz="2000">
                <a:solidFill>
                  <a:srgbClr val="002060"/>
                </a:solidFill>
                <a:latin typeface="Calibri Light"/>
                <a:ea typeface="Calibri Light"/>
                <a:cs typeface="Calibri Light"/>
              </a:rPr>
              <a:t>. It should help students understand force through simple language, real-life examples, and tactile or hands-on activities.</a:t>
            </a:r>
          </a:p>
          <a:p>
            <a:pPr>
              <a:buNone/>
            </a:pPr>
            <a:r>
              <a:rPr lang="en-IN" sz="2000" b="1">
                <a:solidFill>
                  <a:srgbClr val="002060"/>
                </a:solidFill>
                <a:latin typeface="Calibri Light"/>
                <a:ea typeface="Calibri Light"/>
                <a:cs typeface="Calibri Light"/>
              </a:rPr>
              <a:t>Source:</a:t>
            </a:r>
            <a:r>
              <a:rPr lang="en-IN" sz="2000">
                <a:solidFill>
                  <a:srgbClr val="002060"/>
                </a:solidFill>
                <a:latin typeface="Calibri Light"/>
                <a:ea typeface="Calibri Light"/>
                <a:cs typeface="Calibri Light"/>
              </a:rPr>
              <a:t> Based on the </a:t>
            </a:r>
            <a:r>
              <a:rPr lang="en-IN" sz="2000" b="1">
                <a:solidFill>
                  <a:srgbClr val="002060"/>
                </a:solidFill>
                <a:latin typeface="Calibri Light"/>
                <a:ea typeface="Calibri Light"/>
                <a:cs typeface="Calibri Light"/>
              </a:rPr>
              <a:t>Tamil Nadu State Board Grade 6 Science syllabus and textbook</a:t>
            </a:r>
            <a:r>
              <a:rPr lang="en-IN" sz="2000">
                <a:solidFill>
                  <a:srgbClr val="002060"/>
                </a:solidFill>
                <a:latin typeface="Calibri Light"/>
                <a:ea typeface="Calibri Light"/>
                <a:cs typeface="Calibri Light"/>
              </a:rPr>
              <a:t>.</a:t>
            </a:r>
          </a:p>
          <a:p>
            <a:pPr>
              <a:buNone/>
            </a:pPr>
            <a:r>
              <a:rPr lang="en-IN" sz="2000" b="1">
                <a:solidFill>
                  <a:srgbClr val="002060"/>
                </a:solidFill>
                <a:latin typeface="Calibri Light"/>
                <a:ea typeface="Calibri Light"/>
                <a:cs typeface="Calibri Light"/>
              </a:rPr>
              <a:t>Expectation:</a:t>
            </a:r>
            <a:r>
              <a:rPr lang="en-IN" sz="2000">
                <a:solidFill>
                  <a:srgbClr val="002060"/>
                </a:solidFill>
                <a:latin typeface="Calibri Light"/>
                <a:ea typeface="Calibri Light"/>
                <a:cs typeface="Calibri Light"/>
              </a:rPr>
              <a:t> Act as an experienced teacher for VI students. Create a simple, interactive, and accessible worksheet with clear instructions, MCQs, fill-in-the-blanks, short-answer questions, hands-on activities, and an answer key. Make sure all activities can be completed by blind and low-vision students.</a:t>
            </a:r>
          </a:p>
          <a:p>
            <a:r>
              <a:rPr lang="en-IN" sz="2000">
                <a:latin typeface="Calibri Light"/>
                <a:ea typeface="Calibri Light"/>
                <a:cs typeface="Calibri Light"/>
              </a:rPr>
              <a:t>Review the results for accuracy and grade appropriateness. </a:t>
            </a:r>
          </a:p>
          <a:p>
            <a:pPr marL="0" indent="0">
              <a:buNone/>
            </a:pPr>
            <a:r>
              <a:rPr lang="en-IN" sz="2000" b="1">
                <a:latin typeface="Calibri Light"/>
                <a:ea typeface="Calibri Light"/>
                <a:cs typeface="Calibri Light"/>
              </a:rPr>
              <a:t>Key Takeaway</a:t>
            </a:r>
            <a:br>
              <a:rPr lang="en-IN" sz="2000">
                <a:latin typeface="Calibri Light"/>
                <a:ea typeface="Calibri Light"/>
                <a:cs typeface="Calibri Light"/>
              </a:rPr>
            </a:br>
            <a:r>
              <a:rPr lang="en-IN" sz="2000">
                <a:latin typeface="Calibri Light"/>
                <a:ea typeface="Calibri Light"/>
                <a:cs typeface="Calibri Light"/>
              </a:rPr>
              <a:t>AI helps teachers quickly create high-quality assessments, while teachers ensure they align with learning objectives and student needs.</a:t>
            </a:r>
          </a:p>
          <a:p>
            <a:pPr>
              <a:defRPr sz="2200"/>
            </a:pPr>
            <a:endParaRPr sz="2000">
              <a:latin typeface="Calibri Light"/>
              <a:ea typeface="Calibri Light"/>
              <a:cs typeface="Calibri Light"/>
            </a:endParaRPr>
          </a:p>
        </p:txBody>
      </p:sp>
    </p:spTree>
    <p:extLst>
      <p:ext uri="{BB962C8B-B14F-4D97-AF65-F5344CB8AC3E}">
        <p14:creationId xmlns:p14="http://schemas.microsoft.com/office/powerpoint/2010/main" val="16193932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056" y="-181430"/>
            <a:ext cx="8229600" cy="1143000"/>
          </a:xfrm>
        </p:spPr>
        <p:txBody>
          <a:bodyPr>
            <a:normAutofit/>
          </a:bodyPr>
          <a:lstStyle/>
          <a:p>
            <a:r>
              <a:rPr sz="2800" b="1">
                <a:latin typeface="Calibri Light"/>
                <a:ea typeface="Calibri Light"/>
                <a:cs typeface="Calibri Light"/>
              </a:rPr>
              <a:t>Use Case : Translation</a:t>
            </a:r>
            <a:endParaRPr lang="en-US" sz="2800" b="1">
              <a:latin typeface="Calibri Light"/>
              <a:ea typeface="Calibri Light"/>
              <a:cs typeface="Calibri Light"/>
            </a:endParaRPr>
          </a:p>
        </p:txBody>
      </p:sp>
      <p:sp>
        <p:nvSpPr>
          <p:cNvPr id="3" name="Content Placeholder 2"/>
          <p:cNvSpPr>
            <a:spLocks noGrp="1"/>
          </p:cNvSpPr>
          <p:nvPr>
            <p:ph idx="1"/>
          </p:nvPr>
        </p:nvSpPr>
        <p:spPr>
          <a:xfrm>
            <a:off x="435430" y="959846"/>
            <a:ext cx="11342913" cy="5856872"/>
          </a:xfrm>
        </p:spPr>
        <p:txBody>
          <a:bodyPr vert="horz" lIns="91440" tIns="45720" rIns="91440" bIns="45720" rtlCol="0" anchor="t">
            <a:noAutofit/>
          </a:bodyPr>
          <a:lstStyle/>
          <a:p>
            <a:pPr marL="0" indent="0">
              <a:buNone/>
            </a:pPr>
            <a:r>
              <a:rPr lang="en-IN" sz="2000"/>
              <a:t> </a:t>
            </a:r>
            <a:r>
              <a:rPr lang="en-IN" sz="2000" b="1">
                <a:latin typeface="Calibri Light"/>
                <a:ea typeface="Calibri Light"/>
                <a:cs typeface="Calibri Light"/>
              </a:rPr>
              <a:t>Activity: </a:t>
            </a:r>
            <a:r>
              <a:rPr lang="en-IN" sz="2000">
                <a:latin typeface="Calibri Light"/>
                <a:ea typeface="Calibri Light"/>
                <a:cs typeface="Calibri Light"/>
              </a:rPr>
              <a:t> </a:t>
            </a:r>
            <a:endParaRPr lang="en-US">
              <a:ea typeface="Calibri Light"/>
              <a:cs typeface="Calibri Light"/>
            </a:endParaRPr>
          </a:p>
          <a:p>
            <a:r>
              <a:rPr lang="en-IN" sz="2000">
                <a:latin typeface="Calibri Light"/>
                <a:ea typeface="Calibri Light"/>
                <a:cs typeface="Calibri Light"/>
              </a:rPr>
              <a:t>Give this prompt : </a:t>
            </a:r>
          </a:p>
          <a:p>
            <a:r>
              <a:rPr lang="en-IN" sz="2000" b="1">
                <a:solidFill>
                  <a:srgbClr val="002060"/>
                </a:solidFill>
                <a:latin typeface="Calibri Light"/>
                <a:ea typeface="Calibri Light"/>
                <a:cs typeface="Calibri Light"/>
              </a:rPr>
              <a:t>Goal:</a:t>
            </a:r>
            <a:r>
              <a:rPr lang="en-IN" sz="2000">
                <a:solidFill>
                  <a:srgbClr val="002060"/>
                </a:solidFill>
                <a:latin typeface="Calibri Light"/>
                <a:ea typeface="Calibri Light"/>
                <a:cs typeface="Calibri Light"/>
              </a:rPr>
              <a:t> Translate educational content from </a:t>
            </a:r>
            <a:r>
              <a:rPr lang="en-IN" sz="2000" b="1">
                <a:solidFill>
                  <a:srgbClr val="002060"/>
                </a:solidFill>
                <a:latin typeface="Calibri Light"/>
                <a:ea typeface="Calibri Light"/>
                <a:cs typeface="Calibri Light"/>
              </a:rPr>
              <a:t>English into simple and clear Tamil/any other languages.</a:t>
            </a:r>
            <a:endParaRPr lang="en-IN" sz="2000">
              <a:solidFill>
                <a:srgbClr val="002060"/>
              </a:solidFill>
              <a:latin typeface="Calibri Light"/>
              <a:ea typeface="Calibri Light"/>
              <a:cs typeface="Calibri Light"/>
            </a:endParaRPr>
          </a:p>
          <a:p>
            <a:r>
              <a:rPr lang="en-IN" sz="2000" b="1">
                <a:solidFill>
                  <a:srgbClr val="002060"/>
                </a:solidFill>
                <a:latin typeface="Calibri Light"/>
                <a:ea typeface="Calibri Light"/>
                <a:cs typeface="Calibri Light"/>
              </a:rPr>
              <a:t>Context:</a:t>
            </a:r>
            <a:r>
              <a:rPr lang="en-IN" sz="2000">
                <a:solidFill>
                  <a:srgbClr val="002060"/>
                </a:solidFill>
                <a:latin typeface="Calibri Light"/>
                <a:ea typeface="Calibri Light"/>
                <a:cs typeface="Calibri Light"/>
              </a:rPr>
              <a:t> The content is intended for </a:t>
            </a:r>
            <a:r>
              <a:rPr lang="en-IN" sz="2000" b="1">
                <a:solidFill>
                  <a:srgbClr val="002060"/>
                </a:solidFill>
                <a:latin typeface="Calibri Light"/>
                <a:ea typeface="Calibri Light"/>
                <a:cs typeface="Calibri Light"/>
              </a:rPr>
              <a:t>students</a:t>
            </a:r>
            <a:r>
              <a:rPr lang="en-IN" sz="2000">
                <a:solidFill>
                  <a:srgbClr val="002060"/>
                </a:solidFill>
                <a:latin typeface="Calibri Light"/>
                <a:ea typeface="Calibri Light"/>
                <a:cs typeface="Calibri Light"/>
              </a:rPr>
              <a:t>, including </a:t>
            </a:r>
            <a:r>
              <a:rPr lang="en-IN" sz="2000" b="1">
                <a:solidFill>
                  <a:srgbClr val="002060"/>
                </a:solidFill>
                <a:latin typeface="Calibri Light"/>
                <a:ea typeface="Calibri Light"/>
                <a:cs typeface="Calibri Light"/>
              </a:rPr>
              <a:t>Visually Impaired (VI) students</a:t>
            </a:r>
            <a:r>
              <a:rPr lang="en-IN" sz="2000">
                <a:solidFill>
                  <a:srgbClr val="002060"/>
                </a:solidFill>
                <a:latin typeface="Calibri Light"/>
                <a:ea typeface="Calibri Light"/>
                <a:cs typeface="Calibri Light"/>
              </a:rPr>
              <a:t>. The translation should be easy to understand and suitable for learning.</a:t>
            </a:r>
          </a:p>
          <a:p>
            <a:r>
              <a:rPr lang="en-IN" sz="2000" b="1">
                <a:solidFill>
                  <a:srgbClr val="002060"/>
                </a:solidFill>
                <a:latin typeface="Calibri Light"/>
                <a:ea typeface="Calibri Light"/>
                <a:cs typeface="Calibri Light"/>
              </a:rPr>
              <a:t>Source:</a:t>
            </a:r>
            <a:r>
              <a:rPr lang="en-IN" sz="2000">
                <a:solidFill>
                  <a:srgbClr val="002060"/>
                </a:solidFill>
                <a:latin typeface="Calibri Light"/>
                <a:ea typeface="Calibri Light"/>
                <a:cs typeface="Calibri Light"/>
              </a:rPr>
              <a:t> Use the </a:t>
            </a:r>
            <a:r>
              <a:rPr lang="en-IN" sz="2000" b="1">
                <a:solidFill>
                  <a:srgbClr val="002060"/>
                </a:solidFill>
                <a:latin typeface="Calibri Light"/>
                <a:ea typeface="Calibri Light"/>
                <a:cs typeface="Calibri Light"/>
              </a:rPr>
              <a:t>given English educational content</a:t>
            </a:r>
            <a:r>
              <a:rPr lang="en-IN" sz="2000">
                <a:solidFill>
                  <a:srgbClr val="002060"/>
                </a:solidFill>
                <a:latin typeface="Calibri Light"/>
                <a:ea typeface="Calibri Light"/>
                <a:cs typeface="Calibri Light"/>
              </a:rPr>
              <a:t> as the source and preserve its original meaning.</a:t>
            </a:r>
          </a:p>
          <a:p>
            <a:r>
              <a:rPr lang="en-IN" sz="2000" b="1">
                <a:solidFill>
                  <a:srgbClr val="002060"/>
                </a:solidFill>
                <a:latin typeface="Calibri Light"/>
                <a:ea typeface="Calibri Light"/>
                <a:cs typeface="Calibri Light"/>
              </a:rPr>
              <a:t>Expectation:</a:t>
            </a:r>
            <a:r>
              <a:rPr lang="en-IN" sz="2000">
                <a:solidFill>
                  <a:srgbClr val="002060"/>
                </a:solidFill>
                <a:latin typeface="Calibri Light"/>
                <a:ea typeface="Calibri Light"/>
                <a:cs typeface="Calibri Light"/>
              </a:rPr>
              <a:t> Act as an experienced educational translator. Keep the </a:t>
            </a:r>
            <a:r>
              <a:rPr lang="en-IN" sz="2000" b="1">
                <a:solidFill>
                  <a:srgbClr val="002060"/>
                </a:solidFill>
                <a:latin typeface="Calibri Light"/>
                <a:ea typeface="Calibri Light"/>
                <a:cs typeface="Calibri Light"/>
              </a:rPr>
              <a:t>meaning, important scientific terms, headings, and questions unchanged</a:t>
            </a:r>
            <a:r>
              <a:rPr lang="en-IN" sz="2000">
                <a:solidFill>
                  <a:srgbClr val="002060"/>
                </a:solidFill>
                <a:latin typeface="Calibri Light"/>
                <a:ea typeface="Calibri Light"/>
                <a:cs typeface="Calibri Light"/>
              </a:rPr>
              <a:t>. Use simple, clear Tamil that students can easily understand. Do not add, remove, or change any important information.</a:t>
            </a:r>
          </a:p>
          <a:p>
            <a:r>
              <a:rPr lang="en-IN" sz="2000">
                <a:latin typeface="Calibri Light"/>
                <a:ea typeface="Calibri Light"/>
                <a:cs typeface="Calibri Light"/>
              </a:rPr>
              <a:t>Review the translation for </a:t>
            </a:r>
            <a:r>
              <a:rPr lang="en-IN" sz="2000" b="1">
                <a:latin typeface="Calibri Light"/>
                <a:ea typeface="Calibri Light"/>
                <a:cs typeface="Calibri Light"/>
              </a:rPr>
              <a:t>accuracy, clarity, and context</a:t>
            </a:r>
            <a:r>
              <a:rPr lang="en-IN" sz="2000">
                <a:latin typeface="Calibri Light"/>
                <a:ea typeface="Calibri Light"/>
                <a:cs typeface="Calibri Light"/>
              </a:rPr>
              <a:t>. </a:t>
            </a:r>
          </a:p>
          <a:p>
            <a:r>
              <a:rPr lang="en-IN" sz="2000" b="1">
                <a:latin typeface="Calibri Light"/>
                <a:ea typeface="Calibri Light"/>
                <a:cs typeface="Calibri Light"/>
              </a:rPr>
              <a:t>Hands-on:</a:t>
            </a:r>
            <a:r>
              <a:rPr lang="en-IN" sz="2000">
                <a:latin typeface="Calibri Light"/>
                <a:ea typeface="Calibri Light"/>
                <a:cs typeface="Calibri Light"/>
              </a:rPr>
              <a:t> Translate one textbook page and simplify it for students. </a:t>
            </a:r>
          </a:p>
          <a:p>
            <a:pPr marL="0" indent="0">
              <a:buNone/>
            </a:pPr>
            <a:r>
              <a:rPr lang="en-IN" sz="2000" b="1">
                <a:latin typeface="Calibri Light"/>
                <a:ea typeface="Calibri Light"/>
                <a:cs typeface="Calibri Light"/>
              </a:rPr>
              <a:t>Key Takeaway</a:t>
            </a:r>
            <a:br>
              <a:rPr lang="en-IN" sz="2000">
                <a:latin typeface="Calibri Light"/>
                <a:ea typeface="Calibri Light"/>
                <a:cs typeface="Calibri Light"/>
              </a:rPr>
            </a:br>
            <a:r>
              <a:rPr lang="en-IN" sz="2000">
                <a:latin typeface="Calibri Light"/>
                <a:ea typeface="Calibri Light"/>
                <a:cs typeface="Calibri Light"/>
              </a:rPr>
              <a:t>AI enables quick, multilingual content creation, but teachers should always verify and refine translations before classroom use.</a:t>
            </a:r>
          </a:p>
        </p:txBody>
      </p:sp>
    </p:spTree>
    <p:extLst>
      <p:ext uri="{BB962C8B-B14F-4D97-AF65-F5344CB8AC3E}">
        <p14:creationId xmlns:p14="http://schemas.microsoft.com/office/powerpoint/2010/main" val="9137260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496"/>
            <a:ext cx="9361714" cy="1143000"/>
          </a:xfrm>
        </p:spPr>
        <p:txBody>
          <a:bodyPr>
            <a:normAutofit/>
          </a:bodyPr>
          <a:lstStyle/>
          <a:p>
            <a:r>
              <a:rPr sz="2800" b="1">
                <a:latin typeface="Calibri Light"/>
                <a:ea typeface="Calibri Light"/>
                <a:cs typeface="Calibri Light"/>
              </a:rPr>
              <a:t>Use Case : </a:t>
            </a:r>
            <a:r>
              <a:rPr lang="en-IN" sz="2800" b="1">
                <a:latin typeface="Calibri Light"/>
                <a:ea typeface="Calibri Light"/>
                <a:cs typeface="Calibri Light"/>
              </a:rPr>
              <a:t>Create Audio Lessons Using AI</a:t>
            </a:r>
            <a:br>
              <a:rPr lang="en-IN" b="1"/>
            </a:br>
            <a:endParaRPr/>
          </a:p>
        </p:txBody>
      </p:sp>
      <p:sp>
        <p:nvSpPr>
          <p:cNvPr id="3" name="Content Placeholder 2"/>
          <p:cNvSpPr>
            <a:spLocks noGrp="1"/>
          </p:cNvSpPr>
          <p:nvPr>
            <p:ph idx="1"/>
          </p:nvPr>
        </p:nvSpPr>
        <p:spPr>
          <a:xfrm>
            <a:off x="454145" y="877734"/>
            <a:ext cx="11600351" cy="6283922"/>
          </a:xfrm>
        </p:spPr>
        <p:txBody>
          <a:bodyPr vert="horz" lIns="91440" tIns="45720" rIns="91440" bIns="45720" rtlCol="0" anchor="t">
            <a:noAutofit/>
          </a:bodyPr>
          <a:lstStyle/>
          <a:p>
            <a:pPr marL="0" indent="0">
              <a:buNone/>
            </a:pPr>
            <a:r>
              <a:rPr lang="en-IN" sz="2000" b="1">
                <a:latin typeface="Calibri Light"/>
                <a:ea typeface="Calibri Light"/>
                <a:cs typeface="Calibri Light"/>
              </a:rPr>
              <a:t>Activity:</a:t>
            </a:r>
            <a:endParaRPr lang="en-IN" sz="2000">
              <a:latin typeface="Calibri Light"/>
              <a:ea typeface="Calibri Light"/>
              <a:cs typeface="Calibri Light"/>
            </a:endParaRPr>
          </a:p>
          <a:p>
            <a:r>
              <a:rPr lang="en-IN" sz="2000" b="1">
                <a:solidFill>
                  <a:srgbClr val="002060"/>
                </a:solidFill>
                <a:latin typeface="Calibri Light"/>
                <a:ea typeface="Calibri Light"/>
                <a:cs typeface="Calibri Light"/>
              </a:rPr>
              <a:t>Goal:</a:t>
            </a:r>
            <a:br>
              <a:rPr lang="en-IN" sz="2000" b="1">
                <a:solidFill>
                  <a:srgbClr val="002060"/>
                </a:solidFill>
                <a:latin typeface="Calibri Light"/>
                <a:ea typeface="Calibri Light"/>
                <a:cs typeface="Calibri Light"/>
              </a:rPr>
            </a:br>
            <a:r>
              <a:rPr lang="en-IN" sz="2000" b="1">
                <a:solidFill>
                  <a:srgbClr val="002060"/>
                </a:solidFill>
                <a:latin typeface="Calibri Light"/>
                <a:ea typeface="Calibri Light"/>
                <a:cs typeface="Calibri Light"/>
              </a:rPr>
              <a:t> Convert a short Science lesson into an accessible audio lesson using AI and Text-to-Speech (TTS)</a:t>
            </a:r>
            <a:r>
              <a:rPr lang="en-IN" sz="2000">
                <a:solidFill>
                  <a:srgbClr val="002060"/>
                </a:solidFill>
                <a:latin typeface="Calibri Light"/>
                <a:ea typeface="Calibri Light"/>
                <a:cs typeface="Calibri Light"/>
              </a:rPr>
              <a:t>.</a:t>
            </a:r>
          </a:p>
          <a:p>
            <a:r>
              <a:rPr lang="en-IN" sz="2000" b="1">
                <a:solidFill>
                  <a:srgbClr val="002060"/>
                </a:solidFill>
                <a:latin typeface="Calibri Light"/>
                <a:ea typeface="Calibri Light"/>
                <a:cs typeface="Calibri Light"/>
              </a:rPr>
              <a:t>Context:</a:t>
            </a:r>
            <a:br>
              <a:rPr lang="en-IN" sz="2000" b="1">
                <a:solidFill>
                  <a:srgbClr val="002060"/>
                </a:solidFill>
                <a:latin typeface="Calibri Light"/>
                <a:ea typeface="Calibri Light"/>
                <a:cs typeface="Calibri Light"/>
              </a:rPr>
            </a:br>
            <a:r>
              <a:rPr lang="en-IN" sz="2000" b="1">
                <a:solidFill>
                  <a:srgbClr val="002060"/>
                </a:solidFill>
                <a:latin typeface="Calibri Light"/>
                <a:ea typeface="Calibri Light"/>
                <a:cs typeface="Calibri Light"/>
              </a:rPr>
              <a:t> Create learning content that is simple, clear, and accessible for Visually Impaired (VI) students</a:t>
            </a:r>
            <a:r>
              <a:rPr lang="en-IN" sz="2000">
                <a:solidFill>
                  <a:srgbClr val="002060"/>
                </a:solidFill>
                <a:latin typeface="Calibri Light"/>
                <a:ea typeface="Calibri Light"/>
                <a:cs typeface="Calibri Light"/>
              </a:rPr>
              <a:t>.</a:t>
            </a:r>
          </a:p>
          <a:p>
            <a:r>
              <a:rPr lang="en-IN" sz="2000" b="1">
                <a:solidFill>
                  <a:srgbClr val="002060"/>
                </a:solidFill>
                <a:latin typeface="Calibri Light"/>
                <a:ea typeface="Calibri Light"/>
                <a:cs typeface="Calibri Light"/>
              </a:rPr>
              <a:t>Source:</a:t>
            </a:r>
            <a:r>
              <a:rPr lang="en-IN" sz="2000">
                <a:solidFill>
                  <a:srgbClr val="002060"/>
                </a:solidFill>
                <a:latin typeface="Calibri Light"/>
                <a:ea typeface="Calibri Light"/>
                <a:cs typeface="Calibri Light"/>
              </a:rPr>
              <a:t> Use the </a:t>
            </a:r>
            <a:r>
              <a:rPr lang="en-IN" sz="2000" b="1">
                <a:solidFill>
                  <a:srgbClr val="002060"/>
                </a:solidFill>
                <a:latin typeface="Calibri Light"/>
                <a:ea typeface="Calibri Light"/>
                <a:cs typeface="Calibri Light"/>
              </a:rPr>
              <a:t>Tamil Nadu State Board Science syllabus/textbooks</a:t>
            </a:r>
            <a:r>
              <a:rPr lang="en-IN" sz="2000">
                <a:solidFill>
                  <a:srgbClr val="002060"/>
                </a:solidFill>
                <a:latin typeface="Calibri Light"/>
                <a:ea typeface="Calibri Light"/>
                <a:cs typeface="Calibri Light"/>
              </a:rPr>
              <a:t> to create accurate lesson content using ChatGPT, Microsoft Copilot, or Google Gemini</a:t>
            </a:r>
          </a:p>
          <a:p>
            <a:r>
              <a:rPr lang="en-IN" sz="2000" b="1">
                <a:solidFill>
                  <a:srgbClr val="002060"/>
                </a:solidFill>
                <a:latin typeface="Calibri Light"/>
                <a:ea typeface="Calibri Light"/>
                <a:cs typeface="Calibri Light"/>
              </a:rPr>
              <a:t>Expectation:</a:t>
            </a:r>
            <a:r>
              <a:rPr lang="en-IN" sz="2000">
                <a:solidFill>
                  <a:srgbClr val="002060"/>
                </a:solidFill>
                <a:latin typeface="Calibri Light"/>
                <a:ea typeface="Calibri Light"/>
                <a:cs typeface="Calibri Light"/>
              </a:rPr>
              <a:t> Act as an experienced inclusive Science teacher. Create a short, simple, and clear lesson suitable for VI students.</a:t>
            </a:r>
          </a:p>
          <a:p>
            <a:r>
              <a:rPr lang="en-IN" sz="2000" b="1">
                <a:latin typeface="Calibri Light"/>
                <a:ea typeface="Calibri Light"/>
                <a:cs typeface="Calibri Light"/>
              </a:rPr>
              <a:t>Steps:</a:t>
            </a:r>
            <a:endParaRPr lang="en-IN" sz="2000">
              <a:latin typeface="Calibri Light"/>
              <a:ea typeface="Calibri Light"/>
              <a:cs typeface="Calibri Light"/>
            </a:endParaRPr>
          </a:p>
          <a:p>
            <a:r>
              <a:rPr lang="en-IN" sz="2000">
                <a:latin typeface="Calibri Light"/>
                <a:ea typeface="Calibri Light"/>
                <a:cs typeface="Calibri Light"/>
              </a:rPr>
              <a:t>Select a short topic from the </a:t>
            </a:r>
            <a:r>
              <a:rPr lang="en-IN" sz="2000" b="1">
                <a:latin typeface="Calibri Light"/>
                <a:ea typeface="Calibri Light"/>
                <a:cs typeface="Calibri Light"/>
              </a:rPr>
              <a:t>Tamil Nadu State Board Science syllabus/textbook</a:t>
            </a:r>
            <a:r>
              <a:rPr lang="en-IN" sz="2000">
                <a:latin typeface="Calibri Light"/>
                <a:ea typeface="Calibri Light"/>
                <a:cs typeface="Calibri Light"/>
              </a:rPr>
              <a:t>. </a:t>
            </a:r>
          </a:p>
          <a:p>
            <a:r>
              <a:rPr lang="en-IN" sz="2000">
                <a:latin typeface="Calibri Light"/>
                <a:ea typeface="Calibri Light"/>
                <a:cs typeface="Calibri Light"/>
              </a:rPr>
              <a:t>Use </a:t>
            </a:r>
            <a:r>
              <a:rPr lang="en-IN" sz="2000" b="1">
                <a:latin typeface="Calibri Light"/>
                <a:ea typeface="Calibri Light"/>
                <a:cs typeface="Calibri Light"/>
              </a:rPr>
              <a:t>ChatGPT, Microsoft Copilot, or Google Gemini</a:t>
            </a:r>
            <a:r>
              <a:rPr lang="en-IN" sz="2000">
                <a:latin typeface="Calibri Light"/>
                <a:ea typeface="Calibri Light"/>
                <a:cs typeface="Calibri Light"/>
              </a:rPr>
              <a:t> to create a short lesson suitable for VI students. </a:t>
            </a:r>
          </a:p>
          <a:p>
            <a:r>
              <a:rPr lang="en-IN" sz="2000">
                <a:latin typeface="Calibri Light"/>
                <a:ea typeface="Calibri Light"/>
                <a:cs typeface="Calibri Light"/>
              </a:rPr>
              <a:t>Review the generated content and ensure that the </a:t>
            </a:r>
            <a:r>
              <a:rPr lang="en-IN" sz="2000" b="1">
                <a:latin typeface="Calibri Light"/>
                <a:ea typeface="Calibri Light"/>
                <a:cs typeface="Calibri Light"/>
              </a:rPr>
              <a:t>scientific information is accurate</a:t>
            </a:r>
            <a:r>
              <a:rPr lang="en-IN" sz="2000">
                <a:latin typeface="Calibri Light"/>
                <a:ea typeface="Calibri Light"/>
                <a:cs typeface="Calibri Light"/>
              </a:rPr>
              <a:t> and aligned with the textbook. </a:t>
            </a:r>
          </a:p>
          <a:p>
            <a:r>
              <a:rPr lang="en-IN" sz="2000">
                <a:latin typeface="Calibri Light"/>
                <a:ea typeface="Calibri Light"/>
                <a:cs typeface="Calibri Light"/>
              </a:rPr>
              <a:t>Open </a:t>
            </a:r>
            <a:r>
              <a:rPr lang="en-IN" sz="2000" b="1">
                <a:latin typeface="Calibri Light"/>
                <a:ea typeface="Calibri Light"/>
                <a:cs typeface="Calibri Light"/>
              </a:rPr>
              <a:t>Sarvam AI → Text-to-Speech</a:t>
            </a:r>
            <a:r>
              <a:rPr lang="en-IN" sz="2000">
                <a:latin typeface="Calibri Light"/>
                <a:ea typeface="Calibri Light"/>
                <a:cs typeface="Calibri Light"/>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AE473A-E2E2-7BA3-FE20-9CC0616725F2}"/>
              </a:ext>
            </a:extLst>
          </p:cNvPr>
          <p:cNvSpPr>
            <a:spLocks noGrp="1"/>
          </p:cNvSpPr>
          <p:nvPr>
            <p:ph idx="1"/>
          </p:nvPr>
        </p:nvSpPr>
        <p:spPr>
          <a:xfrm>
            <a:off x="610937" y="248152"/>
            <a:ext cx="10515600" cy="4351338"/>
          </a:xfrm>
        </p:spPr>
        <p:txBody>
          <a:bodyPr vert="horz" lIns="91440" tIns="45720" rIns="91440" bIns="45720" rtlCol="0" anchor="t">
            <a:noAutofit/>
          </a:bodyPr>
          <a:lstStyle/>
          <a:p>
            <a:r>
              <a:rPr lang="en-IN" sz="2000">
                <a:latin typeface="Calibri Light"/>
                <a:ea typeface="Calibri Light"/>
                <a:cs typeface="Calibri Light"/>
              </a:rPr>
              <a:t>Copy and paste the lesson content into the input box. </a:t>
            </a:r>
            <a:endParaRPr lang="en-US" sz="2000">
              <a:latin typeface="Calibri Light"/>
              <a:ea typeface="Calibri Light"/>
              <a:cs typeface="Calibri Light"/>
            </a:endParaRPr>
          </a:p>
          <a:p>
            <a:r>
              <a:rPr lang="en-IN" sz="2000">
                <a:latin typeface="Calibri Light"/>
                <a:ea typeface="Calibri Light"/>
                <a:cs typeface="Calibri Light"/>
              </a:rPr>
              <a:t>Select a suitable </a:t>
            </a:r>
            <a:r>
              <a:rPr lang="en-IN" sz="2000" b="1">
                <a:latin typeface="Calibri Light"/>
                <a:ea typeface="Calibri Light"/>
                <a:cs typeface="Calibri Light"/>
              </a:rPr>
              <a:t>voice and required variations</a:t>
            </a:r>
            <a:r>
              <a:rPr lang="en-IN" sz="2000">
                <a:latin typeface="Calibri Light"/>
                <a:ea typeface="Calibri Light"/>
                <a:cs typeface="Calibri Light"/>
              </a:rPr>
              <a:t>, then click </a:t>
            </a:r>
            <a:r>
              <a:rPr lang="en-IN" sz="2000" b="1">
                <a:latin typeface="Calibri Light"/>
                <a:ea typeface="Calibri Light"/>
                <a:cs typeface="Calibri Light"/>
              </a:rPr>
              <a:t>Run Request</a:t>
            </a:r>
            <a:r>
              <a:rPr lang="en-IN" sz="2000">
                <a:latin typeface="Calibri Light"/>
                <a:ea typeface="Calibri Light"/>
                <a:cs typeface="Calibri Light"/>
              </a:rPr>
              <a:t>. </a:t>
            </a:r>
            <a:endParaRPr lang="en-US" sz="2000">
              <a:latin typeface="Calibri Light"/>
              <a:ea typeface="Calibri Light"/>
              <a:cs typeface="Calibri Light"/>
            </a:endParaRPr>
          </a:p>
          <a:p>
            <a:r>
              <a:rPr lang="en-IN" sz="2000">
                <a:latin typeface="Calibri Light"/>
                <a:ea typeface="Calibri Light"/>
                <a:cs typeface="Calibri Light"/>
              </a:rPr>
              <a:t>Listen to the generated audio and check: </a:t>
            </a:r>
            <a:endParaRPr lang="en-US" sz="2000">
              <a:latin typeface="Calibri Light"/>
              <a:ea typeface="Calibri Light"/>
              <a:cs typeface="Calibri Light"/>
            </a:endParaRPr>
          </a:p>
          <a:p>
            <a:pPr lvl="1"/>
            <a:r>
              <a:rPr lang="en-IN" sz="2000">
                <a:latin typeface="Calibri Light"/>
                <a:ea typeface="Calibri Light"/>
                <a:cs typeface="Calibri Light"/>
              </a:rPr>
              <a:t>Clear pronunciation </a:t>
            </a:r>
            <a:endParaRPr lang="en-US" sz="2000">
              <a:latin typeface="Calibri Light"/>
              <a:ea typeface="Calibri Light"/>
              <a:cs typeface="Calibri Light"/>
            </a:endParaRPr>
          </a:p>
          <a:p>
            <a:pPr lvl="1"/>
            <a:r>
              <a:rPr lang="en-IN" sz="2000">
                <a:latin typeface="Calibri Light"/>
                <a:ea typeface="Calibri Light"/>
                <a:cs typeface="Calibri Light"/>
              </a:rPr>
              <a:t>Appropriate speaking speed </a:t>
            </a:r>
            <a:endParaRPr lang="en-US" sz="2000">
              <a:latin typeface="Calibri Light"/>
              <a:ea typeface="Calibri Light"/>
              <a:cs typeface="Calibri Light"/>
            </a:endParaRPr>
          </a:p>
          <a:p>
            <a:pPr lvl="1"/>
            <a:r>
              <a:rPr lang="en-IN" sz="2000">
                <a:latin typeface="Calibri Light"/>
                <a:ea typeface="Calibri Light"/>
                <a:cs typeface="Calibri Light"/>
              </a:rPr>
              <a:t>Natural pauses </a:t>
            </a:r>
            <a:endParaRPr lang="en-US" sz="2000">
              <a:latin typeface="Calibri Light"/>
              <a:ea typeface="Calibri Light"/>
              <a:cs typeface="Calibri Light"/>
            </a:endParaRPr>
          </a:p>
          <a:p>
            <a:pPr lvl="1"/>
            <a:r>
              <a:rPr lang="en-IN" sz="2000">
                <a:latin typeface="Calibri Light"/>
                <a:ea typeface="Calibri Light"/>
                <a:cs typeface="Calibri Light"/>
              </a:rPr>
              <a:t>Easy-to-understand language </a:t>
            </a:r>
            <a:endParaRPr lang="en-US" sz="2000">
              <a:latin typeface="Calibri Light"/>
              <a:ea typeface="Calibri Light"/>
              <a:cs typeface="Calibri Light"/>
            </a:endParaRPr>
          </a:p>
          <a:p>
            <a:pPr lvl="1"/>
            <a:r>
              <a:rPr lang="en-IN" sz="2000">
                <a:latin typeface="Calibri Light"/>
                <a:ea typeface="Calibri Light"/>
                <a:cs typeface="Calibri Light"/>
              </a:rPr>
              <a:t>Correct pronunciation of scientific terms </a:t>
            </a:r>
            <a:endParaRPr lang="en-US" sz="2000">
              <a:latin typeface="Calibri Light"/>
              <a:ea typeface="Calibri Light"/>
              <a:cs typeface="Calibri Light"/>
            </a:endParaRPr>
          </a:p>
          <a:p>
            <a:r>
              <a:rPr lang="en-IN" sz="2000">
                <a:latin typeface="Calibri Light"/>
                <a:ea typeface="Calibri Light"/>
                <a:cs typeface="Calibri Light"/>
              </a:rPr>
              <a:t>Make necessary corrections and regenerate the audio if required.</a:t>
            </a:r>
            <a:endParaRPr lang="en-US" sz="2000">
              <a:latin typeface="Calibri Light"/>
              <a:ea typeface="Calibri Light"/>
              <a:cs typeface="Calibri Light"/>
            </a:endParaRPr>
          </a:p>
          <a:p>
            <a:r>
              <a:rPr lang="en-IN" sz="2000">
                <a:latin typeface="Calibri Light"/>
                <a:ea typeface="Calibri Light"/>
                <a:cs typeface="Calibri Light"/>
              </a:rPr>
              <a:t>Review the generated audio for Clarity, Correct pronunciation, Appropriate speaking speed , Natural pauses, Accuracy of the content. </a:t>
            </a:r>
            <a:endParaRPr lang="en-US" sz="2000">
              <a:latin typeface="Calibri Light"/>
              <a:ea typeface="Calibri Light"/>
              <a:cs typeface="Calibri Light"/>
            </a:endParaRPr>
          </a:p>
          <a:p>
            <a:r>
              <a:rPr lang="en-IN" sz="2000">
                <a:latin typeface="Calibri Light"/>
                <a:ea typeface="Calibri Light"/>
                <a:cs typeface="Calibri Light"/>
              </a:rPr>
              <a:t>Hands-on Activity</a:t>
            </a:r>
            <a:endParaRPr lang="en-US" sz="2000">
              <a:latin typeface="Calibri Light"/>
              <a:ea typeface="Calibri Light"/>
              <a:cs typeface="Calibri Light"/>
            </a:endParaRPr>
          </a:p>
          <a:p>
            <a:pPr lvl="1"/>
            <a:r>
              <a:rPr lang="en-IN" sz="2000">
                <a:latin typeface="Calibri Light"/>
                <a:ea typeface="Calibri Light"/>
                <a:cs typeface="Calibri Light"/>
              </a:rPr>
              <a:t>Create a 2-minute audio lesson for a topic from your own subject using Sarvam AI Text-to-Speech</a:t>
            </a:r>
            <a:endParaRPr lang="en-US" sz="2000">
              <a:latin typeface="Calibri Light"/>
              <a:ea typeface="Calibri Light"/>
              <a:cs typeface="Calibri Light"/>
            </a:endParaRPr>
          </a:p>
          <a:p>
            <a:pPr marL="685800"/>
            <a:r>
              <a:rPr lang="en-IN" sz="2000" b="1">
                <a:latin typeface="Calibri Light"/>
                <a:ea typeface="Calibri Light"/>
                <a:cs typeface="Calibri Light"/>
              </a:rPr>
              <a:t>Key Takeaway</a:t>
            </a:r>
            <a:br>
              <a:rPr lang="en-IN" sz="2000" b="1">
                <a:latin typeface="Calibri Light"/>
                <a:ea typeface="Calibri Light"/>
                <a:cs typeface="Calibri Light"/>
              </a:rPr>
            </a:br>
            <a:r>
              <a:rPr lang="en-IN" sz="2000" b="1">
                <a:latin typeface="Calibri Light"/>
                <a:ea typeface="Calibri Light"/>
                <a:cs typeface="Calibri Light"/>
              </a:rPr>
              <a:t>AI makes it easy to create engaging and accessible audio content that supports diverse learners and reinforces </a:t>
            </a:r>
            <a:r>
              <a:rPr lang="en-IN" sz="2000">
                <a:latin typeface="Calibri Light"/>
                <a:ea typeface="Calibri Light"/>
                <a:cs typeface="Calibri Light"/>
              </a:rPr>
              <a:t>classroom teaching.</a:t>
            </a:r>
            <a:endParaRPr lang="en-US" sz="2000">
              <a:latin typeface="Calibri Light"/>
              <a:ea typeface="Calibri Light"/>
              <a:cs typeface="Calibri Light"/>
            </a:endParaRPr>
          </a:p>
          <a:p>
            <a:endParaRPr lang="en-US"/>
          </a:p>
        </p:txBody>
      </p:sp>
    </p:spTree>
    <p:extLst>
      <p:ext uri="{BB962C8B-B14F-4D97-AF65-F5344CB8AC3E}">
        <p14:creationId xmlns:p14="http://schemas.microsoft.com/office/powerpoint/2010/main" val="7599613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8EA3A-8D0F-4DB4-567D-2F891D74D9F5}"/>
              </a:ext>
            </a:extLst>
          </p:cNvPr>
          <p:cNvSpPr>
            <a:spLocks noGrp="1"/>
          </p:cNvSpPr>
          <p:nvPr>
            <p:ph type="title"/>
          </p:nvPr>
        </p:nvSpPr>
        <p:spPr/>
        <p:txBody>
          <a:bodyPr/>
          <a:lstStyle/>
          <a:p>
            <a:r>
              <a:rPr lang="en-US"/>
              <a:t>AI for VI – Some useful applications</a:t>
            </a:r>
          </a:p>
        </p:txBody>
      </p:sp>
      <p:sp>
        <p:nvSpPr>
          <p:cNvPr id="3" name="Content Placeholder 2">
            <a:extLst>
              <a:ext uri="{FF2B5EF4-FFF2-40B4-BE49-F238E27FC236}">
                <a16:creationId xmlns:a16="http://schemas.microsoft.com/office/drawing/2014/main" id="{DC33F640-2F09-9565-4D6E-6D054C39E70A}"/>
              </a:ext>
            </a:extLst>
          </p:cNvPr>
          <p:cNvSpPr>
            <a:spLocks noGrp="1"/>
          </p:cNvSpPr>
          <p:nvPr>
            <p:ph idx="1"/>
          </p:nvPr>
        </p:nvSpPr>
        <p:spPr/>
        <p:txBody>
          <a:bodyPr vert="horz" lIns="91440" tIns="45720" rIns="91440" bIns="45720" rtlCol="0" anchor="t">
            <a:normAutofit/>
          </a:bodyPr>
          <a:lstStyle/>
          <a:p>
            <a:r>
              <a:rPr lang="en-US">
                <a:latin typeface="Calibri Light"/>
                <a:ea typeface="Calibri Light"/>
                <a:cs typeface="Calibri Light"/>
              </a:rPr>
              <a:t>AI can give access to visual information through speech, text, audio and other alternate user interfaces, making visual information accessible</a:t>
            </a:r>
          </a:p>
          <a:p>
            <a:r>
              <a:rPr lang="en-US">
                <a:latin typeface="Calibri Light"/>
                <a:ea typeface="Calibri Light"/>
                <a:cs typeface="Calibri Light"/>
              </a:rPr>
              <a:t>Special AI models are rigorously trained to perform many human functions that can be helpful for the VI community</a:t>
            </a:r>
          </a:p>
          <a:p>
            <a:pPr lvl="1">
              <a:buFont typeface="Courier New,monospace" panose="020B0604020202020204" pitchFamily="34" charset="0"/>
              <a:buChar char="o"/>
            </a:pPr>
            <a:r>
              <a:rPr lang="en-US">
                <a:latin typeface="Calibri Light"/>
                <a:ea typeface="Calibri Light"/>
                <a:cs typeface="Calibri Light"/>
              </a:rPr>
              <a:t>Image recognition</a:t>
            </a:r>
          </a:p>
          <a:p>
            <a:pPr lvl="1">
              <a:buFont typeface="Courier New,monospace" panose="020B0604020202020204" pitchFamily="34" charset="0"/>
              <a:buChar char="o"/>
            </a:pPr>
            <a:r>
              <a:rPr lang="en-US">
                <a:latin typeface="Calibri Light"/>
                <a:ea typeface="Calibri Light"/>
                <a:cs typeface="Calibri Light"/>
              </a:rPr>
              <a:t>Speech recognition</a:t>
            </a:r>
          </a:p>
          <a:p>
            <a:pPr lvl="1">
              <a:buFont typeface="Courier New,monospace" panose="020B0604020202020204" pitchFamily="34" charset="0"/>
              <a:buChar char="o"/>
            </a:pPr>
            <a:r>
              <a:rPr lang="en-US">
                <a:latin typeface="Calibri Light"/>
                <a:ea typeface="Calibri Light"/>
                <a:cs typeface="Calibri Light"/>
              </a:rPr>
              <a:t>Speech to text, text to speech conversion</a:t>
            </a:r>
          </a:p>
          <a:p>
            <a:pPr lvl="1">
              <a:buFont typeface="Courier New,monospace" panose="020B0604020202020204" pitchFamily="34" charset="0"/>
              <a:buChar char="o"/>
            </a:pPr>
            <a:r>
              <a:rPr lang="en-US">
                <a:latin typeface="Calibri Light"/>
                <a:ea typeface="Calibri Light"/>
                <a:cs typeface="Calibri Light"/>
              </a:rPr>
              <a:t>Language Translation, Transcription of text, audio or video</a:t>
            </a:r>
          </a:p>
          <a:p>
            <a:pPr lvl="1">
              <a:buFont typeface="Courier New,monospace" panose="020B0604020202020204" pitchFamily="34" charset="0"/>
              <a:buChar char="o"/>
            </a:pPr>
            <a:r>
              <a:rPr lang="en-US">
                <a:latin typeface="Calibri Light"/>
                <a:ea typeface="Calibri Light"/>
                <a:cs typeface="Calibri Light"/>
              </a:rPr>
              <a:t>OCR by converting inaccessible text to digital text</a:t>
            </a:r>
          </a:p>
          <a:p>
            <a:endParaRPr lang="en-US"/>
          </a:p>
        </p:txBody>
      </p:sp>
    </p:spTree>
    <p:extLst>
      <p:ext uri="{BB962C8B-B14F-4D97-AF65-F5344CB8AC3E}">
        <p14:creationId xmlns:p14="http://schemas.microsoft.com/office/powerpoint/2010/main" val="25543733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3B92A-1084-4E2C-358A-CA0C7B86F9BC}"/>
              </a:ext>
            </a:extLst>
          </p:cNvPr>
          <p:cNvSpPr>
            <a:spLocks noGrp="1"/>
          </p:cNvSpPr>
          <p:nvPr>
            <p:ph type="title"/>
          </p:nvPr>
        </p:nvSpPr>
        <p:spPr/>
        <p:txBody>
          <a:bodyPr/>
          <a:lstStyle/>
          <a:p>
            <a:r>
              <a:rPr lang="en-US">
                <a:latin typeface="Calibri Light"/>
                <a:ea typeface="Calibri Light"/>
                <a:cs typeface="Calibri Light"/>
              </a:rPr>
              <a:t>Microsoft Seeing AI – A Visual Assistant for the Blind</a:t>
            </a:r>
          </a:p>
        </p:txBody>
      </p:sp>
      <p:sp>
        <p:nvSpPr>
          <p:cNvPr id="3" name="Content Placeholder 2">
            <a:extLst>
              <a:ext uri="{FF2B5EF4-FFF2-40B4-BE49-F238E27FC236}">
                <a16:creationId xmlns:a16="http://schemas.microsoft.com/office/drawing/2014/main" id="{C4086208-252C-4D73-98B9-C92C3260433A}"/>
              </a:ext>
            </a:extLst>
          </p:cNvPr>
          <p:cNvSpPr>
            <a:spLocks noGrp="1"/>
          </p:cNvSpPr>
          <p:nvPr>
            <p:ph idx="1"/>
          </p:nvPr>
        </p:nvSpPr>
        <p:spPr>
          <a:xfrm>
            <a:off x="838200" y="2093935"/>
            <a:ext cx="10515600" cy="4351338"/>
          </a:xfrm>
        </p:spPr>
        <p:txBody>
          <a:bodyPr vert="horz" lIns="91440" tIns="45720" rIns="91440" bIns="45720" rtlCol="0" anchor="t">
            <a:normAutofit/>
          </a:bodyPr>
          <a:lstStyle/>
          <a:p>
            <a:r>
              <a:rPr lang="en-US">
                <a:latin typeface="Calibri Light"/>
                <a:ea typeface="Calibri Light"/>
                <a:cs typeface="Calibri Light"/>
              </a:rPr>
              <a:t>Assistance with daily tasks like reading text, describe photos or people, objects, scenes, currency, </a:t>
            </a:r>
            <a:r>
              <a:rPr lang="en-US" err="1">
                <a:latin typeface="Calibri Light"/>
                <a:ea typeface="Calibri Light"/>
                <a:cs typeface="Calibri Light"/>
              </a:rPr>
              <a:t>colours</a:t>
            </a:r>
            <a:r>
              <a:rPr lang="en-US">
                <a:latin typeface="Calibri Light"/>
                <a:ea typeface="Calibri Light"/>
                <a:cs typeface="Calibri Light"/>
              </a:rPr>
              <a:t>, products and images. </a:t>
            </a:r>
          </a:p>
          <a:p>
            <a:r>
              <a:rPr lang="en-US">
                <a:latin typeface="Calibri Light"/>
                <a:ea typeface="Calibri Light"/>
                <a:cs typeface="Calibri Light"/>
              </a:rPr>
              <a:t>It is designed specifically with and for blind and low-vision users</a:t>
            </a:r>
          </a:p>
          <a:p>
            <a:r>
              <a:rPr lang="en-US">
                <a:latin typeface="Calibri Light"/>
                <a:ea typeface="Calibri Light"/>
                <a:cs typeface="Calibri Light"/>
              </a:rPr>
              <a:t>Vision Empower Tutorials : https://www.youtube.com/watch?v=ba-AqvGH7ag&amp;list=PLE5Q6U3y6x5YgzNeiae_hHvzml58tSiNR</a:t>
            </a:r>
          </a:p>
        </p:txBody>
      </p:sp>
      <p:pic>
        <p:nvPicPr>
          <p:cNvPr id="4" name="Picture 3">
            <a:extLst>
              <a:ext uri="{FF2B5EF4-FFF2-40B4-BE49-F238E27FC236}">
                <a16:creationId xmlns:a16="http://schemas.microsoft.com/office/drawing/2014/main" id="{60C1A8A5-5D95-97E1-030A-1694A3361604}"/>
              </a:ext>
            </a:extLst>
          </p:cNvPr>
          <p:cNvPicPr>
            <a:picLocks noChangeAspect="1"/>
          </p:cNvPicPr>
          <p:nvPr/>
        </p:nvPicPr>
        <p:blipFill>
          <a:blip r:embed="rId2"/>
          <a:stretch>
            <a:fillRect/>
          </a:stretch>
        </p:blipFill>
        <p:spPr>
          <a:xfrm>
            <a:off x="11270558" y="1026485"/>
            <a:ext cx="694522" cy="673057"/>
          </a:xfrm>
          <a:prstGeom prst="rect">
            <a:avLst/>
          </a:prstGeom>
        </p:spPr>
      </p:pic>
      <p:pic>
        <p:nvPicPr>
          <p:cNvPr id="5" name="Picture 4">
            <a:extLst>
              <a:ext uri="{FF2B5EF4-FFF2-40B4-BE49-F238E27FC236}">
                <a16:creationId xmlns:a16="http://schemas.microsoft.com/office/drawing/2014/main" id="{2D338AFE-733C-D160-C00C-BBA85667A959}"/>
              </a:ext>
            </a:extLst>
          </p:cNvPr>
          <p:cNvPicPr>
            <a:picLocks noChangeAspect="1"/>
          </p:cNvPicPr>
          <p:nvPr/>
        </p:nvPicPr>
        <p:blipFill>
          <a:blip r:embed="rId3"/>
          <a:stretch>
            <a:fillRect/>
          </a:stretch>
        </p:blipFill>
        <p:spPr>
          <a:xfrm>
            <a:off x="8648834" y="1061301"/>
            <a:ext cx="2288952" cy="657091"/>
          </a:xfrm>
          <a:prstGeom prst="rect">
            <a:avLst/>
          </a:prstGeom>
        </p:spPr>
      </p:pic>
    </p:spTree>
    <p:extLst>
      <p:ext uri="{BB962C8B-B14F-4D97-AF65-F5344CB8AC3E}">
        <p14:creationId xmlns:p14="http://schemas.microsoft.com/office/powerpoint/2010/main" val="40806874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B4817-F96B-521D-DB38-8B7C830B3CEC}"/>
              </a:ext>
            </a:extLst>
          </p:cNvPr>
          <p:cNvSpPr>
            <a:spLocks noGrp="1"/>
          </p:cNvSpPr>
          <p:nvPr>
            <p:ph type="title"/>
          </p:nvPr>
        </p:nvSpPr>
        <p:spPr/>
        <p:txBody>
          <a:bodyPr/>
          <a:lstStyle/>
          <a:p>
            <a:r>
              <a:rPr lang="en-US">
                <a:latin typeface="Calibri Light"/>
                <a:ea typeface="Calibri Light"/>
                <a:cs typeface="Calibri Light"/>
              </a:rPr>
              <a:t>Be My AI – AI Powered Assistant to Virtual Volunteer Be My Eyes</a:t>
            </a:r>
          </a:p>
        </p:txBody>
      </p:sp>
      <p:sp>
        <p:nvSpPr>
          <p:cNvPr id="3" name="Content Placeholder 2">
            <a:extLst>
              <a:ext uri="{FF2B5EF4-FFF2-40B4-BE49-F238E27FC236}">
                <a16:creationId xmlns:a16="http://schemas.microsoft.com/office/drawing/2014/main" id="{D351E6D3-A6D5-0E15-D18C-E293FE6BE7EE}"/>
              </a:ext>
            </a:extLst>
          </p:cNvPr>
          <p:cNvSpPr>
            <a:spLocks noGrp="1"/>
          </p:cNvSpPr>
          <p:nvPr>
            <p:ph idx="1"/>
          </p:nvPr>
        </p:nvSpPr>
        <p:spPr/>
        <p:txBody>
          <a:bodyPr vert="horz" lIns="91440" tIns="45720" rIns="91440" bIns="45720" rtlCol="0" anchor="t">
            <a:noAutofit/>
          </a:bodyPr>
          <a:lstStyle/>
          <a:p>
            <a:r>
              <a:rPr lang="en-US" sz="2000">
                <a:latin typeface="Calibri Light"/>
                <a:ea typeface="Calibri Light"/>
                <a:cs typeface="Calibri Light"/>
              </a:rPr>
              <a:t>Have you used Be My Eyes as a VI person or as a volunteer?</a:t>
            </a:r>
          </a:p>
          <a:p>
            <a:r>
              <a:rPr lang="en-US" sz="2000">
                <a:latin typeface="Calibri Light"/>
                <a:ea typeface="Calibri Light"/>
                <a:cs typeface="Calibri Light"/>
              </a:rPr>
              <a:t>Be My AI is a digital visual assistant built into the </a:t>
            </a:r>
            <a:r>
              <a:rPr lang="en-US" sz="2000" u="sng">
                <a:latin typeface="Calibri Light"/>
                <a:ea typeface="Calibri Light"/>
                <a:cs typeface="Calibri Light"/>
                <a:hlinkClick r:id="rId2"/>
              </a:rPr>
              <a:t>Be My Eyes</a:t>
            </a:r>
            <a:r>
              <a:rPr lang="en-US" sz="2000">
                <a:latin typeface="Calibri Light"/>
                <a:ea typeface="Calibri Light"/>
                <a:cs typeface="Calibri Light"/>
              </a:rPr>
              <a:t> app that uses artificial intelligence to describe images and answer questions for people who are blind or have low vision.</a:t>
            </a:r>
          </a:p>
          <a:p>
            <a:r>
              <a:rPr lang="en-US" sz="2000" b="1">
                <a:latin typeface="Calibri Light"/>
                <a:ea typeface="Calibri Light"/>
                <a:cs typeface="Calibri Light"/>
              </a:rPr>
              <a:t>Take Pictures</a:t>
            </a:r>
            <a:r>
              <a:rPr lang="en-US" sz="2000">
                <a:latin typeface="Calibri Light"/>
                <a:ea typeface="Calibri Light"/>
                <a:cs typeface="Calibri Light"/>
              </a:rPr>
              <a:t>: Capture photos using your phone camera to get detailed descriptions of your surroundings.</a:t>
            </a:r>
          </a:p>
          <a:p>
            <a:r>
              <a:rPr lang="en-US" sz="2000" b="1">
                <a:latin typeface="Calibri Light"/>
                <a:ea typeface="Calibri Light"/>
                <a:cs typeface="Calibri Light"/>
              </a:rPr>
              <a:t>Ask Follow-Ups</a:t>
            </a:r>
            <a:r>
              <a:rPr lang="en-US" sz="2000">
                <a:latin typeface="Calibri Light"/>
                <a:ea typeface="Calibri Light"/>
                <a:cs typeface="Calibri Light"/>
              </a:rPr>
              <a:t>: Chat with the AI to ask specific questions about objects, text, or details in the photo.</a:t>
            </a:r>
          </a:p>
          <a:p>
            <a:r>
              <a:rPr lang="en-US" sz="2000" b="1">
                <a:latin typeface="Calibri Light"/>
                <a:ea typeface="Calibri Light"/>
                <a:cs typeface="Calibri Light"/>
              </a:rPr>
              <a:t>Share Images</a:t>
            </a:r>
            <a:r>
              <a:rPr lang="en-US" sz="2000">
                <a:latin typeface="Calibri Light"/>
                <a:ea typeface="Calibri Light"/>
                <a:cs typeface="Calibri Light"/>
              </a:rPr>
              <a:t>: Send pictures directly from your photo gallery, social media, or messaging apps like WhatsApp using the share menu.</a:t>
            </a:r>
          </a:p>
          <a:p>
            <a:r>
              <a:rPr lang="en-US" sz="2000" b="1">
                <a:solidFill>
                  <a:srgbClr val="0070C0"/>
                </a:solidFill>
                <a:latin typeface="Calibri Light"/>
                <a:ea typeface="Calibri Light"/>
                <a:cs typeface="Calibri Light"/>
              </a:rPr>
              <a:t>Human Backup: Connect with a live human volunteer if you need extra help or have urgent safety questions.</a:t>
            </a:r>
          </a:p>
          <a:p>
            <a:r>
              <a:rPr lang="en-US" sz="2000">
                <a:latin typeface="Calibri Light"/>
                <a:ea typeface="Calibri Light"/>
                <a:cs typeface="Calibri Light"/>
              </a:rPr>
              <a:t>Vision Empower Tutorials: https://www.youtube.com/watch?v=5ifjPWXYZjs&amp;list=PLE5Q6U3y6x5aDK964XeWeSEnlnlEwlp56</a:t>
            </a:r>
          </a:p>
        </p:txBody>
      </p:sp>
      <p:pic>
        <p:nvPicPr>
          <p:cNvPr id="4" name="Picture 3">
            <a:extLst>
              <a:ext uri="{FF2B5EF4-FFF2-40B4-BE49-F238E27FC236}">
                <a16:creationId xmlns:a16="http://schemas.microsoft.com/office/drawing/2014/main" id="{AB3232CB-2362-30FD-8A6D-F0DA44240415}"/>
              </a:ext>
            </a:extLst>
          </p:cNvPr>
          <p:cNvPicPr>
            <a:picLocks noChangeAspect="1"/>
          </p:cNvPicPr>
          <p:nvPr/>
        </p:nvPicPr>
        <p:blipFill>
          <a:blip r:embed="rId3"/>
          <a:stretch>
            <a:fillRect/>
          </a:stretch>
        </p:blipFill>
        <p:spPr>
          <a:xfrm>
            <a:off x="8057949" y="1026822"/>
            <a:ext cx="1624751" cy="693850"/>
          </a:xfrm>
          <a:prstGeom prst="rect">
            <a:avLst/>
          </a:prstGeom>
        </p:spPr>
      </p:pic>
      <p:pic>
        <p:nvPicPr>
          <p:cNvPr id="5" name="Picture 4">
            <a:extLst>
              <a:ext uri="{FF2B5EF4-FFF2-40B4-BE49-F238E27FC236}">
                <a16:creationId xmlns:a16="http://schemas.microsoft.com/office/drawing/2014/main" id="{DB483EBF-3077-3E0B-91C1-7D08CC60BE6C}"/>
              </a:ext>
            </a:extLst>
          </p:cNvPr>
          <p:cNvPicPr>
            <a:picLocks noChangeAspect="1"/>
          </p:cNvPicPr>
          <p:nvPr/>
        </p:nvPicPr>
        <p:blipFill>
          <a:blip r:embed="rId4"/>
          <a:stretch>
            <a:fillRect/>
          </a:stretch>
        </p:blipFill>
        <p:spPr>
          <a:xfrm>
            <a:off x="10016678" y="1026822"/>
            <a:ext cx="2075378" cy="672386"/>
          </a:xfrm>
          <a:prstGeom prst="rect">
            <a:avLst/>
          </a:prstGeom>
        </p:spPr>
      </p:pic>
    </p:spTree>
    <p:extLst>
      <p:ext uri="{BB962C8B-B14F-4D97-AF65-F5344CB8AC3E}">
        <p14:creationId xmlns:p14="http://schemas.microsoft.com/office/powerpoint/2010/main" val="651736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50285-8739-C280-80A4-AC1E92662CA9}"/>
              </a:ext>
            </a:extLst>
          </p:cNvPr>
          <p:cNvSpPr>
            <a:spLocks noGrp="1"/>
          </p:cNvSpPr>
          <p:nvPr>
            <p:ph type="title"/>
          </p:nvPr>
        </p:nvSpPr>
        <p:spPr/>
        <p:txBody>
          <a:bodyPr/>
          <a:lstStyle/>
          <a:p>
            <a:r>
              <a:rPr lang="en-US">
                <a:latin typeface="Calibri Light"/>
                <a:ea typeface="Calibri Light"/>
                <a:cs typeface="Calibri Light"/>
              </a:rPr>
              <a:t>Microsoft CoPilot</a:t>
            </a:r>
          </a:p>
        </p:txBody>
      </p:sp>
      <p:sp>
        <p:nvSpPr>
          <p:cNvPr id="3" name="Content Placeholder 2">
            <a:extLst>
              <a:ext uri="{FF2B5EF4-FFF2-40B4-BE49-F238E27FC236}">
                <a16:creationId xmlns:a16="http://schemas.microsoft.com/office/drawing/2014/main" id="{F4EADE64-FAC4-E24D-4906-DC1255435947}"/>
              </a:ext>
            </a:extLst>
          </p:cNvPr>
          <p:cNvSpPr>
            <a:spLocks noGrp="1"/>
          </p:cNvSpPr>
          <p:nvPr>
            <p:ph idx="1"/>
          </p:nvPr>
        </p:nvSpPr>
        <p:spPr/>
        <p:txBody>
          <a:bodyPr vert="horz" lIns="91440" tIns="45720" rIns="91440" bIns="45720" rtlCol="0" anchor="t">
            <a:noAutofit/>
          </a:bodyPr>
          <a:lstStyle/>
          <a:p>
            <a:r>
              <a:rPr lang="en-US" sz="2200" b="1">
                <a:latin typeface="Calibri Light"/>
                <a:ea typeface="Calibri Light"/>
                <a:cs typeface="Calibri Light"/>
              </a:rPr>
              <a:t>Gen AI </a:t>
            </a:r>
            <a:r>
              <a:rPr lang="en-US" sz="2200">
                <a:latin typeface="Calibri Light"/>
                <a:ea typeface="Calibri Light"/>
                <a:cs typeface="Calibri Light"/>
              </a:rPr>
              <a:t>that can </a:t>
            </a:r>
            <a:r>
              <a:rPr lang="en-US" sz="2200" b="1">
                <a:latin typeface="Calibri Light"/>
                <a:ea typeface="Calibri Light"/>
                <a:cs typeface="Calibri Light"/>
              </a:rPr>
              <a:t>convert visual data into descriptive text</a:t>
            </a:r>
            <a:r>
              <a:rPr lang="en-US" sz="2200">
                <a:latin typeface="Calibri Light"/>
                <a:ea typeface="Calibri Light"/>
                <a:cs typeface="Calibri Light"/>
              </a:rPr>
              <a:t>, reading screen content aloud, and supporting screen readers like NVDA and Narrator</a:t>
            </a:r>
          </a:p>
          <a:p>
            <a:r>
              <a:rPr lang="en-US" sz="2200">
                <a:latin typeface="Calibri Light"/>
                <a:ea typeface="Calibri Light"/>
                <a:cs typeface="Calibri Light"/>
              </a:rPr>
              <a:t>Users can paste </a:t>
            </a:r>
            <a:r>
              <a:rPr lang="en-US" sz="2200" b="1">
                <a:latin typeface="Calibri Light"/>
                <a:ea typeface="Calibri Light"/>
                <a:cs typeface="Calibri Light"/>
              </a:rPr>
              <a:t>graphs, charts, or photos </a:t>
            </a:r>
            <a:r>
              <a:rPr lang="en-US" sz="2200">
                <a:latin typeface="Calibri Light"/>
                <a:ea typeface="Calibri Light"/>
                <a:cs typeface="Calibri Light"/>
              </a:rPr>
              <a:t>into Copilot and ask it to describe visual elements in detail</a:t>
            </a:r>
          </a:p>
          <a:p>
            <a:r>
              <a:rPr lang="en-US" sz="2200">
                <a:latin typeface="Calibri Light"/>
                <a:ea typeface="Calibri Light"/>
                <a:cs typeface="Calibri Light"/>
              </a:rPr>
              <a:t>Screen Reading Support: Works with Windows Narrator and third-party screen readers to read web pages, emails, and documents aloud with natural voices</a:t>
            </a:r>
          </a:p>
          <a:p>
            <a:r>
              <a:rPr lang="en-US" sz="2200">
                <a:latin typeface="Calibri Light"/>
                <a:ea typeface="Calibri Light"/>
                <a:cs typeface="Calibri Light"/>
              </a:rPr>
              <a:t>Allows users to share their active screen or window and interact entirely via natural voice commands without needing to see the layout. </a:t>
            </a:r>
          </a:p>
          <a:p>
            <a:r>
              <a:rPr lang="en-US" sz="2200">
                <a:latin typeface="Calibri Light"/>
                <a:ea typeface="Calibri Light"/>
                <a:cs typeface="Calibri Light"/>
              </a:rPr>
              <a:t>Vision Empower Tutorials : </a:t>
            </a:r>
            <a:r>
              <a:rPr lang="en-US" sz="2200">
                <a:latin typeface="Calibri Light"/>
                <a:ea typeface="Calibri Light"/>
                <a:cs typeface="Calibri Light"/>
                <a:hlinkClick r:id="rId2"/>
              </a:rPr>
              <a:t>https://www.youtube.com/watch?v=xZgO4QBKGrU&amp;list=PLE5Q6U3y6x5boMKBiqa0ZuvX-kDdp5nOn</a:t>
            </a:r>
            <a:endParaRPr lang="en-US" sz="2200">
              <a:latin typeface="Calibri Light"/>
              <a:ea typeface="Calibri Light"/>
              <a:cs typeface="Calibri Light"/>
            </a:endParaRPr>
          </a:p>
          <a:p>
            <a:endParaRPr lang="en-US" sz="2200">
              <a:latin typeface="Calibri Light"/>
              <a:ea typeface="Calibri Light"/>
              <a:cs typeface="Calibri Light"/>
            </a:endParaRPr>
          </a:p>
        </p:txBody>
      </p:sp>
      <p:pic>
        <p:nvPicPr>
          <p:cNvPr id="6" name="Picture 5" descr="A close up of a logo&#10;&#10;AI-generated content may be incorrect.">
            <a:extLst>
              <a:ext uri="{FF2B5EF4-FFF2-40B4-BE49-F238E27FC236}">
                <a16:creationId xmlns:a16="http://schemas.microsoft.com/office/drawing/2014/main" id="{72D52128-2D3F-A724-89D6-CC5D758D7087}"/>
              </a:ext>
            </a:extLst>
          </p:cNvPr>
          <p:cNvPicPr>
            <a:picLocks noChangeAspect="1"/>
          </p:cNvPicPr>
          <p:nvPr/>
        </p:nvPicPr>
        <p:blipFill>
          <a:blip r:embed="rId3"/>
          <a:stretch>
            <a:fillRect/>
          </a:stretch>
        </p:blipFill>
        <p:spPr>
          <a:xfrm>
            <a:off x="8648834" y="835921"/>
            <a:ext cx="2288952" cy="657091"/>
          </a:xfrm>
          <a:prstGeom prst="rect">
            <a:avLst/>
          </a:prstGeom>
        </p:spPr>
      </p:pic>
      <p:pic>
        <p:nvPicPr>
          <p:cNvPr id="7" name="Picture 6">
            <a:extLst>
              <a:ext uri="{FF2B5EF4-FFF2-40B4-BE49-F238E27FC236}">
                <a16:creationId xmlns:a16="http://schemas.microsoft.com/office/drawing/2014/main" id="{00DB8AAA-980F-EF7B-B021-C9FEA015F279}"/>
              </a:ext>
            </a:extLst>
          </p:cNvPr>
          <p:cNvPicPr>
            <a:picLocks noChangeAspect="1"/>
          </p:cNvPicPr>
          <p:nvPr/>
        </p:nvPicPr>
        <p:blipFill>
          <a:blip r:embed="rId4"/>
          <a:stretch>
            <a:fillRect/>
          </a:stretch>
        </p:blipFill>
        <p:spPr>
          <a:xfrm>
            <a:off x="11025858" y="642133"/>
            <a:ext cx="1044397" cy="948074"/>
          </a:xfrm>
          <a:prstGeom prst="rect">
            <a:avLst/>
          </a:prstGeom>
        </p:spPr>
      </p:pic>
    </p:spTree>
    <p:extLst>
      <p:ext uri="{BB962C8B-B14F-4D97-AF65-F5344CB8AC3E}">
        <p14:creationId xmlns:p14="http://schemas.microsoft.com/office/powerpoint/2010/main" val="27558704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8FF3D-BE73-A585-4D2F-F20A4A43F82F}"/>
              </a:ext>
            </a:extLst>
          </p:cNvPr>
          <p:cNvSpPr>
            <a:spLocks noGrp="1"/>
          </p:cNvSpPr>
          <p:nvPr>
            <p:ph type="title"/>
          </p:nvPr>
        </p:nvSpPr>
        <p:spPr/>
        <p:txBody>
          <a:bodyPr/>
          <a:lstStyle/>
          <a:p>
            <a:r>
              <a:rPr lang="en-US">
                <a:latin typeface="Calibri Light"/>
                <a:ea typeface="Calibri Light"/>
                <a:cs typeface="Calibri Light"/>
              </a:rPr>
              <a:t>AI-enabled smart glasses</a:t>
            </a:r>
          </a:p>
        </p:txBody>
      </p:sp>
      <p:sp>
        <p:nvSpPr>
          <p:cNvPr id="3" name="Content Placeholder 2">
            <a:extLst>
              <a:ext uri="{FF2B5EF4-FFF2-40B4-BE49-F238E27FC236}">
                <a16:creationId xmlns:a16="http://schemas.microsoft.com/office/drawing/2014/main" id="{4BEB626B-26F6-9FB0-63F4-24A44EE9EB1A}"/>
              </a:ext>
            </a:extLst>
          </p:cNvPr>
          <p:cNvSpPr>
            <a:spLocks noGrp="1"/>
          </p:cNvSpPr>
          <p:nvPr>
            <p:ph idx="1"/>
          </p:nvPr>
        </p:nvSpPr>
        <p:spPr>
          <a:xfrm>
            <a:off x="838200" y="1825625"/>
            <a:ext cx="7199291" cy="4351338"/>
          </a:xfrm>
        </p:spPr>
        <p:txBody>
          <a:bodyPr vert="horz" lIns="91440" tIns="45720" rIns="91440" bIns="45720" rtlCol="0" anchor="t">
            <a:normAutofit/>
          </a:bodyPr>
          <a:lstStyle/>
          <a:p>
            <a:r>
              <a:rPr lang="en-US">
                <a:latin typeface="Calibri Light"/>
                <a:ea typeface="Calibri Light"/>
                <a:cs typeface="Calibri Light"/>
              </a:rPr>
              <a:t>Envision Glasses and Meta AI-enabled glasses are being explored for hands-free visual assistance</a:t>
            </a:r>
          </a:p>
          <a:p>
            <a:r>
              <a:rPr lang="en-US">
                <a:latin typeface="Calibri Light"/>
                <a:ea typeface="Calibri Light"/>
                <a:cs typeface="Calibri Light"/>
              </a:rPr>
              <a:t>Be My Eyes has also been integrated with Meta AI glasses, allowing users to receive visual assistance through wearable technology.</a:t>
            </a:r>
          </a:p>
        </p:txBody>
      </p:sp>
      <p:pic>
        <p:nvPicPr>
          <p:cNvPr id="4" name="Picture 3" descr="Photograph of black Ray-Ban Wayfarer sunglasses with dark green lenses, showcasing a classic rectangular frame design. The sunglasses feature subtle branding on the temple and lens, highlighting a stylish and timeless accessory.&#10;&#10;AI-generated content may be incorrect.">
            <a:extLst>
              <a:ext uri="{FF2B5EF4-FFF2-40B4-BE49-F238E27FC236}">
                <a16:creationId xmlns:a16="http://schemas.microsoft.com/office/drawing/2014/main" id="{95B77155-D27E-77F8-87BA-F0EBBD3C3414}"/>
              </a:ext>
            </a:extLst>
          </p:cNvPr>
          <p:cNvPicPr>
            <a:picLocks noChangeAspect="1"/>
          </p:cNvPicPr>
          <p:nvPr/>
        </p:nvPicPr>
        <p:blipFill>
          <a:blip r:embed="rId2"/>
          <a:stretch>
            <a:fillRect/>
          </a:stretch>
        </p:blipFill>
        <p:spPr>
          <a:xfrm>
            <a:off x="8181237" y="1968320"/>
            <a:ext cx="3900287" cy="1794457"/>
          </a:xfrm>
          <a:prstGeom prst="rect">
            <a:avLst/>
          </a:prstGeom>
        </p:spPr>
      </p:pic>
    </p:spTree>
    <p:extLst>
      <p:ext uri="{BB962C8B-B14F-4D97-AF65-F5344CB8AC3E}">
        <p14:creationId xmlns:p14="http://schemas.microsoft.com/office/powerpoint/2010/main" val="19560218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23924-15E0-CEB3-1744-92D7293182E2}"/>
              </a:ext>
            </a:extLst>
          </p:cNvPr>
          <p:cNvSpPr>
            <a:spLocks noGrp="1"/>
          </p:cNvSpPr>
          <p:nvPr>
            <p:ph type="title"/>
          </p:nvPr>
        </p:nvSpPr>
        <p:spPr/>
        <p:txBody>
          <a:bodyPr/>
          <a:lstStyle/>
          <a:p>
            <a:r>
              <a:rPr lang="en-US">
                <a:latin typeface="Calibri Light"/>
                <a:ea typeface="Calibri Light"/>
                <a:cs typeface="Calibri Light"/>
              </a:rPr>
              <a:t>Risks and limitations</a:t>
            </a:r>
          </a:p>
          <a:p>
            <a:endParaRPr lang="en-US">
              <a:latin typeface="Calibri Light"/>
              <a:ea typeface="Calibri Light"/>
              <a:cs typeface="Calibri Light"/>
            </a:endParaRPr>
          </a:p>
        </p:txBody>
      </p:sp>
      <p:sp>
        <p:nvSpPr>
          <p:cNvPr id="3" name="Content Placeholder 2">
            <a:extLst>
              <a:ext uri="{FF2B5EF4-FFF2-40B4-BE49-F238E27FC236}">
                <a16:creationId xmlns:a16="http://schemas.microsoft.com/office/drawing/2014/main" id="{4C133B5D-275E-7E6E-3E45-A4036068325F}"/>
              </a:ext>
            </a:extLst>
          </p:cNvPr>
          <p:cNvSpPr>
            <a:spLocks noGrp="1"/>
          </p:cNvSpPr>
          <p:nvPr>
            <p:ph idx="1"/>
          </p:nvPr>
        </p:nvSpPr>
        <p:spPr>
          <a:xfrm>
            <a:off x="838200" y="1418350"/>
            <a:ext cx="10515600" cy="5441785"/>
          </a:xfrm>
        </p:spPr>
        <p:txBody>
          <a:bodyPr vert="horz" lIns="91440" tIns="45720" rIns="91440" bIns="45720" rtlCol="0" anchor="t">
            <a:normAutofit fontScale="85000" lnSpcReduction="10000"/>
          </a:bodyPr>
          <a:lstStyle/>
          <a:p>
            <a:r>
              <a:rPr lang="en-US" b="1">
                <a:latin typeface="Calibri Light"/>
                <a:ea typeface="Calibri Light"/>
                <a:cs typeface="Calibri Light"/>
              </a:rPr>
              <a:t>AI can be wrong </a:t>
            </a:r>
            <a:r>
              <a:rPr lang="en-US">
                <a:latin typeface="Calibri Light"/>
                <a:ea typeface="Calibri Light"/>
                <a:cs typeface="Calibri Light"/>
              </a:rPr>
              <a:t>even when it sounds confident.</a:t>
            </a:r>
          </a:p>
          <a:p>
            <a:r>
              <a:rPr lang="en-US">
                <a:latin typeface="Calibri Light"/>
                <a:ea typeface="Calibri Light"/>
                <a:cs typeface="Calibri Light"/>
              </a:rPr>
              <a:t>Tools </a:t>
            </a:r>
            <a:r>
              <a:rPr lang="en-US" b="1">
                <a:latin typeface="Calibri Light"/>
                <a:ea typeface="Calibri Light"/>
                <a:cs typeface="Calibri Light"/>
              </a:rPr>
              <a:t>can misread </a:t>
            </a:r>
            <a:r>
              <a:rPr lang="en-US">
                <a:latin typeface="Calibri Light"/>
                <a:ea typeface="Calibri Light"/>
                <a:cs typeface="Calibri Light"/>
              </a:rPr>
              <a:t>text, miss details, describe an image incorrectly, or give incomplete information. </a:t>
            </a:r>
          </a:p>
          <a:p>
            <a:r>
              <a:rPr lang="en-US">
                <a:latin typeface="Calibri Light"/>
                <a:ea typeface="Calibri Light"/>
                <a:cs typeface="Calibri Light"/>
              </a:rPr>
              <a:t>They </a:t>
            </a:r>
            <a:r>
              <a:rPr lang="en-US" b="1">
                <a:latin typeface="Calibri Light"/>
                <a:ea typeface="Calibri Light"/>
                <a:cs typeface="Calibri Light"/>
              </a:rPr>
              <a:t>should not be used as the final authority in high-risk situations</a:t>
            </a:r>
            <a:endParaRPr lang="en-US">
              <a:latin typeface="Calibri Light"/>
              <a:ea typeface="Calibri Light"/>
              <a:cs typeface="Calibri Light"/>
            </a:endParaRPr>
          </a:p>
          <a:p>
            <a:r>
              <a:rPr lang="en-US">
                <a:latin typeface="Calibri Light"/>
                <a:ea typeface="Calibri Light"/>
                <a:cs typeface="Calibri Light"/>
              </a:rPr>
              <a:t> VI users should </a:t>
            </a:r>
            <a:r>
              <a:rPr lang="en-US" b="1">
                <a:latin typeface="Calibri Light"/>
                <a:ea typeface="Calibri Light"/>
                <a:cs typeface="Calibri Light"/>
              </a:rPr>
              <a:t>avoid depending only on AI for medicines, dosage, allergens, road crossing, legal documents, exams, financial transactions, identity verification, or emergency decisions</a:t>
            </a:r>
            <a:r>
              <a:rPr lang="en-US">
                <a:latin typeface="Calibri Light"/>
                <a:ea typeface="Calibri Light"/>
                <a:cs typeface="Calibri Light"/>
              </a:rPr>
              <a:t> </a:t>
            </a:r>
          </a:p>
          <a:p>
            <a:r>
              <a:rPr lang="en-US">
                <a:latin typeface="Calibri Light"/>
                <a:ea typeface="Calibri Light"/>
                <a:cs typeface="Calibri Light"/>
              </a:rPr>
              <a:t>Be My Eyes specifically says not to use Be My AI for scanning medicines, reading dosages, or other safety issues. </a:t>
            </a:r>
          </a:p>
          <a:p>
            <a:r>
              <a:rPr lang="en-US">
                <a:latin typeface="Calibri Light"/>
                <a:ea typeface="Calibri Light"/>
                <a:cs typeface="Calibri Light"/>
              </a:rPr>
              <a:t>Image descriptions may miss context, facial recognition may be incorrect</a:t>
            </a:r>
          </a:p>
          <a:p>
            <a:r>
              <a:rPr lang="en-US" sz="2600">
                <a:latin typeface="Calibri Light"/>
                <a:ea typeface="Calibri Light"/>
                <a:cs typeface="Calibri Light"/>
              </a:rPr>
              <a:t>Good lighting and contrast plays an important role in the proper description of images </a:t>
            </a:r>
          </a:p>
          <a:p>
            <a:r>
              <a:rPr lang="en-US">
                <a:latin typeface="Calibri Light"/>
                <a:ea typeface="Calibri Light"/>
                <a:cs typeface="Calibri Light"/>
              </a:rPr>
              <a:t>Privacy must be protected, personal, sensitive, confidential data should not be shared</a:t>
            </a:r>
          </a:p>
          <a:p>
            <a:r>
              <a:rPr lang="en-US">
                <a:latin typeface="Calibri Light"/>
                <a:ea typeface="Calibri Light"/>
                <a:cs typeface="Calibri Light"/>
              </a:rPr>
              <a:t>AI may increase overdependence, causing harm to creativity and critical thinking</a:t>
            </a:r>
            <a:endParaRPr lang="en-US" b="1">
              <a:latin typeface="Calibri Light"/>
              <a:ea typeface="Calibri Light"/>
              <a:cs typeface="Calibri Light"/>
            </a:endParaRPr>
          </a:p>
        </p:txBody>
      </p:sp>
    </p:spTree>
    <p:extLst>
      <p:ext uri="{BB962C8B-B14F-4D97-AF65-F5344CB8AC3E}">
        <p14:creationId xmlns:p14="http://schemas.microsoft.com/office/powerpoint/2010/main" val="2341856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7138-40FD-86D6-01C3-7584F66DF86C}"/>
              </a:ext>
            </a:extLst>
          </p:cNvPr>
          <p:cNvSpPr>
            <a:spLocks noGrp="1"/>
          </p:cNvSpPr>
          <p:nvPr>
            <p:ph type="title"/>
          </p:nvPr>
        </p:nvSpPr>
        <p:spPr>
          <a:xfrm>
            <a:off x="751639" y="921001"/>
            <a:ext cx="11143915" cy="2852737"/>
          </a:xfrm>
        </p:spPr>
        <p:txBody>
          <a:bodyPr>
            <a:normAutofit/>
          </a:bodyPr>
          <a:lstStyle/>
          <a:p>
            <a:r>
              <a:rPr lang="en-US" sz="3600" b="1">
                <a:latin typeface="Calibri Light"/>
                <a:ea typeface="Calibri Light"/>
                <a:cs typeface="Calibri Light"/>
              </a:rPr>
              <a:t>AI is important and useful. Why should we be concerned ?</a:t>
            </a:r>
            <a:endParaRPr lang="en-US" sz="3600">
              <a:latin typeface="Calibri Light"/>
              <a:ea typeface="Calibri Light"/>
              <a:cs typeface="Calibri Light"/>
            </a:endParaRPr>
          </a:p>
        </p:txBody>
      </p:sp>
    </p:spTree>
    <p:extLst>
      <p:ext uri="{BB962C8B-B14F-4D97-AF65-F5344CB8AC3E}">
        <p14:creationId xmlns:p14="http://schemas.microsoft.com/office/powerpoint/2010/main" val="3005481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A911D-D60A-8A95-F7C1-B611E479E8A8}"/>
              </a:ext>
            </a:extLst>
          </p:cNvPr>
          <p:cNvSpPr>
            <a:spLocks noGrp="1"/>
          </p:cNvSpPr>
          <p:nvPr>
            <p:ph type="title"/>
          </p:nvPr>
        </p:nvSpPr>
        <p:spPr>
          <a:xfrm>
            <a:off x="411480" y="182880"/>
            <a:ext cx="11369040" cy="960120"/>
          </a:xfrm>
        </p:spPr>
        <p:txBody>
          <a:bodyPr wrap="square">
            <a:noAutofit/>
          </a:bodyPr>
          <a:lstStyle/>
          <a:p>
            <a:pPr>
              <a:defRPr sz="3600" b="1">
                <a:latin typeface="Calibri Light"/>
              </a:defRPr>
            </a:pPr>
            <a:r>
              <a:rPr lang="en-US" sz="3600" b="1">
                <a:latin typeface="Calibri Light"/>
                <a:ea typeface="Calibri Light"/>
                <a:cs typeface="Calibri Light"/>
              </a:rPr>
              <a:t>Have you encountered any challenges with AI ?</a:t>
            </a:r>
          </a:p>
        </p:txBody>
      </p:sp>
      <p:pic>
        <p:nvPicPr>
          <p:cNvPr id="4" name="Content Placeholder 3">
            <a:extLst>
              <a:ext uri="{FF2B5EF4-FFF2-40B4-BE49-F238E27FC236}">
                <a16:creationId xmlns:a16="http://schemas.microsoft.com/office/drawing/2014/main" id="{24756A49-C451-08F1-3CCF-615C05B029C8}"/>
              </a:ext>
            </a:extLst>
          </p:cNvPr>
          <p:cNvPicPr>
            <a:picLocks noGrp="1" noChangeAspect="1"/>
          </p:cNvPicPr>
          <p:nvPr>
            <p:ph idx="1"/>
          </p:nvPr>
        </p:nvPicPr>
        <p:blipFill>
          <a:blip r:embed="rId2"/>
          <a:stretch>
            <a:fillRect/>
          </a:stretch>
        </p:blipFill>
        <p:spPr>
          <a:xfrm>
            <a:off x="3165880" y="4304747"/>
            <a:ext cx="4881763" cy="779803"/>
          </a:xfrm>
          <a:prstGeom prst="rect">
            <a:avLst/>
          </a:prstGeom>
        </p:spPr>
      </p:pic>
      <p:pic>
        <p:nvPicPr>
          <p:cNvPr id="5" name="Picture 4">
            <a:extLst>
              <a:ext uri="{FF2B5EF4-FFF2-40B4-BE49-F238E27FC236}">
                <a16:creationId xmlns:a16="http://schemas.microsoft.com/office/drawing/2014/main" id="{6CC40981-84EA-DDC1-D816-1596EF6D1DC6}"/>
              </a:ext>
            </a:extLst>
          </p:cNvPr>
          <p:cNvPicPr>
            <a:picLocks noChangeAspect="1"/>
          </p:cNvPicPr>
          <p:nvPr/>
        </p:nvPicPr>
        <p:blipFill>
          <a:blip r:embed="rId3"/>
          <a:stretch>
            <a:fillRect/>
          </a:stretch>
        </p:blipFill>
        <p:spPr>
          <a:xfrm>
            <a:off x="6444456" y="5439000"/>
            <a:ext cx="4724400" cy="1042872"/>
          </a:xfrm>
          <a:prstGeom prst="rect">
            <a:avLst/>
          </a:prstGeom>
        </p:spPr>
      </p:pic>
      <p:pic>
        <p:nvPicPr>
          <p:cNvPr id="6" name="Picture 5">
            <a:extLst>
              <a:ext uri="{FF2B5EF4-FFF2-40B4-BE49-F238E27FC236}">
                <a16:creationId xmlns:a16="http://schemas.microsoft.com/office/drawing/2014/main" id="{CB142DBA-E800-54A8-C02E-F35682943B0A}"/>
              </a:ext>
            </a:extLst>
          </p:cNvPr>
          <p:cNvPicPr>
            <a:picLocks noChangeAspect="1"/>
          </p:cNvPicPr>
          <p:nvPr/>
        </p:nvPicPr>
        <p:blipFill>
          <a:blip r:embed="rId4"/>
          <a:stretch>
            <a:fillRect/>
          </a:stretch>
        </p:blipFill>
        <p:spPr>
          <a:xfrm>
            <a:off x="137277" y="5439000"/>
            <a:ext cx="5769069" cy="973706"/>
          </a:xfrm>
          <a:prstGeom prst="rect">
            <a:avLst/>
          </a:prstGeom>
        </p:spPr>
      </p:pic>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CBFABA28-4971-6365-3DAE-9750836B0A7A}"/>
                  </a:ext>
                </a:extLst>
              </p14:cNvPr>
              <p14:cNvContentPartPr/>
              <p14:nvPr/>
            </p14:nvContentPartPr>
            <p14:xfrm>
              <a:off x="3713289" y="4582594"/>
              <a:ext cx="4354674" cy="34571"/>
            </p14:xfrm>
          </p:contentPart>
        </mc:Choice>
        <mc:Fallback>
          <p:pic>
            <p:nvPicPr>
              <p:cNvPr id="8" name="Ink 7">
                <a:extLst>
                  <a:ext uri="{FF2B5EF4-FFF2-40B4-BE49-F238E27FC236}">
                    <a16:creationId xmlns:a16="http://schemas.microsoft.com/office/drawing/2014/main" id="{CBFABA28-4971-6365-3DAE-9750836B0A7A}"/>
                  </a:ext>
                </a:extLst>
              </p:cNvPr>
              <p:cNvPicPr/>
              <p:nvPr/>
            </p:nvPicPr>
            <p:blipFill>
              <a:blip r:embed="rId6"/>
              <a:stretch>
                <a:fillRect/>
              </a:stretch>
            </p:blipFill>
            <p:spPr>
              <a:xfrm>
                <a:off x="3695290" y="4564774"/>
                <a:ext cx="4390312" cy="69855"/>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9" name="Ink 8">
                <a:extLst>
                  <a:ext uri="{FF2B5EF4-FFF2-40B4-BE49-F238E27FC236}">
                    <a16:creationId xmlns:a16="http://schemas.microsoft.com/office/drawing/2014/main" id="{E3A5C198-231F-7884-245F-AAC05F21A85B}"/>
                  </a:ext>
                </a:extLst>
              </p14:cNvPr>
              <p14:cNvContentPartPr/>
              <p14:nvPr/>
            </p14:nvContentPartPr>
            <p14:xfrm>
              <a:off x="6096000" y="6608513"/>
              <a:ext cx="5072856" cy="128951"/>
            </p14:xfrm>
          </p:contentPart>
        </mc:Choice>
        <mc:Fallback>
          <p:pic>
            <p:nvPicPr>
              <p:cNvPr id="9" name="Ink 8">
                <a:extLst>
                  <a:ext uri="{FF2B5EF4-FFF2-40B4-BE49-F238E27FC236}">
                    <a16:creationId xmlns:a16="http://schemas.microsoft.com/office/drawing/2014/main" id="{E3A5C198-231F-7884-245F-AAC05F21A85B}"/>
                  </a:ext>
                </a:extLst>
              </p:cNvPr>
              <p:cNvPicPr/>
              <p:nvPr/>
            </p:nvPicPr>
            <p:blipFill>
              <a:blip r:embed="rId8"/>
              <a:stretch>
                <a:fillRect/>
              </a:stretch>
            </p:blipFill>
            <p:spPr>
              <a:xfrm>
                <a:off x="6078001" y="6590603"/>
                <a:ext cx="5108494" cy="164413"/>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0" name="Ink 9">
                <a:extLst>
                  <a:ext uri="{FF2B5EF4-FFF2-40B4-BE49-F238E27FC236}">
                    <a16:creationId xmlns:a16="http://schemas.microsoft.com/office/drawing/2014/main" id="{17A49142-F5DB-113E-5864-ED1D68EE3BBA}"/>
                  </a:ext>
                </a:extLst>
              </p14:cNvPr>
              <p14:cNvContentPartPr/>
              <p14:nvPr/>
            </p14:nvContentPartPr>
            <p14:xfrm>
              <a:off x="1717833" y="6492875"/>
              <a:ext cx="3168503" cy="24804"/>
            </p14:xfrm>
          </p:contentPart>
        </mc:Choice>
        <mc:Fallback>
          <p:pic>
            <p:nvPicPr>
              <p:cNvPr id="10" name="Ink 9">
                <a:extLst>
                  <a:ext uri="{FF2B5EF4-FFF2-40B4-BE49-F238E27FC236}">
                    <a16:creationId xmlns:a16="http://schemas.microsoft.com/office/drawing/2014/main" id="{17A49142-F5DB-113E-5864-ED1D68EE3BBA}"/>
                  </a:ext>
                </a:extLst>
              </p:cNvPr>
              <p:cNvPicPr/>
              <p:nvPr/>
            </p:nvPicPr>
            <p:blipFill>
              <a:blip r:embed="rId10"/>
              <a:stretch>
                <a:fillRect/>
              </a:stretch>
            </p:blipFill>
            <p:spPr>
              <a:xfrm>
                <a:off x="1699834" y="6469908"/>
                <a:ext cx="3204141" cy="70278"/>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3DF5CB4C-BD7E-3A64-7253-BFDD0EA5CB2B}"/>
                  </a:ext>
                </a:extLst>
              </p14:cNvPr>
              <p14:cNvContentPartPr/>
              <p14:nvPr/>
            </p14:nvContentPartPr>
            <p14:xfrm>
              <a:off x="6004719" y="7523756"/>
              <a:ext cx="24804" cy="24804"/>
            </p14:xfrm>
          </p:contentPart>
        </mc:Choice>
        <mc:Fallback>
          <p:pic>
            <p:nvPicPr>
              <p:cNvPr id="11" name="Ink 10">
                <a:extLst>
                  <a:ext uri="{FF2B5EF4-FFF2-40B4-BE49-F238E27FC236}">
                    <a16:creationId xmlns:a16="http://schemas.microsoft.com/office/drawing/2014/main" id="{3DF5CB4C-BD7E-3A64-7253-BFDD0EA5CB2B}"/>
                  </a:ext>
                </a:extLst>
              </p:cNvPr>
              <p:cNvPicPr/>
              <p:nvPr/>
            </p:nvPicPr>
            <p:blipFill>
              <a:blip r:embed="rId12"/>
              <a:stretch>
                <a:fillRect/>
              </a:stretch>
            </p:blipFill>
            <p:spPr>
              <a:xfrm>
                <a:off x="4764519" y="6283556"/>
                <a:ext cx="2480400" cy="2480400"/>
              </a:xfrm>
              <a:prstGeom prst="rect">
                <a:avLst/>
              </a:prstGeom>
            </p:spPr>
          </p:pic>
        </mc:Fallback>
      </mc:AlternateContent>
      <p:sp>
        <p:nvSpPr>
          <p:cNvPr id="3" name="TextBox 2">
            <a:extLst>
              <a:ext uri="{FF2B5EF4-FFF2-40B4-BE49-F238E27FC236}">
                <a16:creationId xmlns:a16="http://schemas.microsoft.com/office/drawing/2014/main" id="{0309B991-AD23-3D82-9EDA-D69DD1989EE5}"/>
              </a:ext>
            </a:extLst>
          </p:cNvPr>
          <p:cNvSpPr txBox="1"/>
          <p:nvPr/>
        </p:nvSpPr>
        <p:spPr>
          <a:xfrm>
            <a:off x="552807" y="1144756"/>
            <a:ext cx="10917973" cy="2891076"/>
          </a:xfrm>
          <a:prstGeom prst="rect">
            <a:avLst/>
          </a:prstGeom>
          <a:noFill/>
        </p:spPr>
        <p:txBody>
          <a:bodyPr wrap="square" lIns="91440" tIns="45720" rIns="91440" bIns="45720" rtlCol="0" anchor="t">
            <a:normAutofit fontScale="92500"/>
          </a:bodyPr>
          <a:lstStyle/>
          <a:p>
            <a:pPr marL="285750" indent="-285750">
              <a:buFont typeface="Arial" panose="020B0604020202020204" pitchFamily="34" charset="0"/>
              <a:buChar char="•"/>
              <a:defRPr sz="2400" b="0">
                <a:latin typeface="Calibri Light"/>
              </a:defRPr>
            </a:pPr>
            <a:r>
              <a:rPr lang="en-US" sz="2400" b="0">
                <a:latin typeface="Calibri Light"/>
              </a:rPr>
              <a:t>Why do all GenAI platforms say that they can make mistakes?</a:t>
            </a:r>
          </a:p>
          <a:p>
            <a:pPr marL="285750" indent="-285750">
              <a:buFont typeface="Arial" panose="020B0604020202020204" pitchFamily="34" charset="0"/>
              <a:buChar char="•"/>
              <a:defRPr sz="2400" b="0">
                <a:latin typeface="Calibri Light"/>
              </a:defRPr>
            </a:pPr>
            <a:r>
              <a:rPr lang="en-US" sz="2400" b="0">
                <a:solidFill>
                  <a:srgbClr val="000000"/>
                </a:solidFill>
                <a:highlight>
                  <a:srgbClr val="FCFCFC"/>
                </a:highlight>
                <a:latin typeface="Calibri Light"/>
                <a:ea typeface="+mn-lt"/>
                <a:cs typeface="+mn-lt"/>
              </a:rPr>
              <a:t>Was this warning included in a calculator? Why not?</a:t>
            </a:r>
          </a:p>
          <a:p>
            <a:pPr marL="285750" indent="-285750">
              <a:buFont typeface="Arial" panose="020B0604020202020204" pitchFamily="34" charset="0"/>
              <a:buChar char="•"/>
              <a:defRPr sz="2400" b="0">
                <a:latin typeface="Calibri Light"/>
              </a:defRPr>
            </a:pPr>
            <a:r>
              <a:rPr lang="en-US" sz="2400" b="0">
                <a:highlight>
                  <a:srgbClr val="FCFCFC"/>
                </a:highlight>
                <a:latin typeface="Calibri Light"/>
              </a:rPr>
              <a:t>Have you experienced incorrect responses from any AI tool?</a:t>
            </a:r>
          </a:p>
          <a:p>
            <a:pPr marL="285750" indent="-285750">
              <a:buFont typeface="Arial" panose="020B0604020202020204" pitchFamily="34" charset="0"/>
              <a:buChar char="•"/>
              <a:defRPr sz="2400" b="0">
                <a:latin typeface="Calibri Light"/>
              </a:defRPr>
            </a:pPr>
            <a:r>
              <a:rPr lang="en-US" sz="2400" b="0">
                <a:highlight>
                  <a:srgbClr val="FCFCFC"/>
                </a:highlight>
                <a:latin typeface="Calibri Light"/>
              </a:rPr>
              <a:t>Have you seen that it has generated wrong content and says “Sorry”, “you are right” etc.</a:t>
            </a:r>
          </a:p>
          <a:p>
            <a:pPr marL="285750" indent="-285750">
              <a:buFont typeface="Arial" panose="020B0604020202020204" pitchFamily="34" charset="0"/>
              <a:buChar char="•"/>
              <a:defRPr sz="2400" b="0">
                <a:latin typeface="Calibri Light"/>
              </a:defRPr>
            </a:pPr>
            <a:r>
              <a:rPr lang="en-US" sz="2400" b="0">
                <a:highlight>
                  <a:srgbClr val="FCFCFC"/>
                </a:highlight>
                <a:latin typeface="Calibri Light"/>
              </a:rPr>
              <a:t>Have you heard about excessive AI dependence resulting in </a:t>
            </a:r>
            <a:r>
              <a:rPr lang="en-US" sz="2400">
                <a:highlight>
                  <a:srgbClr val="FCFCFC"/>
                </a:highlight>
                <a:latin typeface="Calibri Light"/>
              </a:rPr>
              <a:t>extreme results?</a:t>
            </a:r>
            <a:endParaRPr lang="en-US" sz="2400" b="0">
              <a:highlight>
                <a:srgbClr val="FCFCFC"/>
              </a:highlight>
              <a:latin typeface="Calibri Light"/>
              <a:ea typeface="Calibri Light"/>
              <a:cs typeface="Calibri Light"/>
            </a:endParaRPr>
          </a:p>
          <a:p>
            <a:pPr marL="285750" indent="-285750">
              <a:buFont typeface="Arial" panose="020B0604020202020204" pitchFamily="34" charset="0"/>
              <a:buChar char="•"/>
              <a:defRPr sz="2400" b="0">
                <a:latin typeface="Calibri Light"/>
              </a:defRPr>
            </a:pPr>
            <a:r>
              <a:rPr lang="en-US" sz="2400">
                <a:highlight>
                  <a:srgbClr val="FCFCFC"/>
                </a:highlight>
                <a:latin typeface="Calibri Light"/>
              </a:rPr>
              <a:t>Why do you think this is happening?</a:t>
            </a:r>
            <a:endParaRPr lang="en-US" sz="2400" b="0">
              <a:highlight>
                <a:srgbClr val="FCFCFC"/>
              </a:highlight>
              <a:latin typeface="Calibri Light"/>
            </a:endParaRPr>
          </a:p>
          <a:p>
            <a:pPr marL="285750" indent="-285750">
              <a:buFont typeface="Arial" panose="020B0604020202020204" pitchFamily="34" charset="0"/>
              <a:buChar char="•"/>
              <a:defRPr sz="2400" b="0">
                <a:latin typeface="Calibri Light"/>
              </a:defRPr>
            </a:pPr>
            <a:endParaRPr lang="en-US" sz="2400">
              <a:highlight>
                <a:srgbClr val="FCFCFC"/>
              </a:highlight>
              <a:latin typeface="Calibri Light"/>
            </a:endParaRPr>
          </a:p>
          <a:p>
            <a:pPr marL="285750" indent="-285750">
              <a:buFont typeface="Arial" panose="020B0604020202020204" pitchFamily="34" charset="0"/>
              <a:buChar char="•"/>
              <a:defRPr sz="2400" b="0">
                <a:latin typeface="Calibri Light"/>
              </a:defRPr>
            </a:pPr>
            <a:r>
              <a:rPr lang="en-US" sz="2400" b="1">
                <a:highlight>
                  <a:srgbClr val="FCFCFC"/>
                </a:highlight>
                <a:latin typeface="Calibri Light"/>
              </a:rPr>
              <a:t>What does all this mean to the users? How much can you trust the AI output completely?</a:t>
            </a:r>
          </a:p>
          <a:p>
            <a:pPr marL="285750" indent="-285750">
              <a:buFont typeface="Arial" panose="020B0604020202020204" pitchFamily="34" charset="0"/>
              <a:buChar char="•"/>
              <a:defRPr sz="2400" b="0">
                <a:latin typeface="Calibri Light"/>
              </a:defRPr>
            </a:pPr>
            <a:endParaRPr lang="en-US" sz="2000">
              <a:ea typeface="Calibri Light"/>
              <a:cs typeface="Calibri Light"/>
            </a:endParaRPr>
          </a:p>
        </p:txBody>
      </p:sp>
    </p:spTree>
    <p:extLst>
      <p:ext uri="{BB962C8B-B14F-4D97-AF65-F5344CB8AC3E}">
        <p14:creationId xmlns:p14="http://schemas.microsoft.com/office/powerpoint/2010/main" val="2149906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84E84-3A9E-5DDF-1EF3-54D3C89222DB}"/>
              </a:ext>
            </a:extLst>
          </p:cNvPr>
          <p:cNvSpPr>
            <a:spLocks noGrp="1"/>
          </p:cNvSpPr>
          <p:nvPr>
            <p:ph type="title"/>
          </p:nvPr>
        </p:nvSpPr>
        <p:spPr>
          <a:xfrm>
            <a:off x="411480" y="182880"/>
            <a:ext cx="11369040" cy="685800"/>
          </a:xfrm>
        </p:spPr>
        <p:txBody>
          <a:bodyPr wrap="square">
            <a:noAutofit/>
          </a:bodyPr>
          <a:lstStyle/>
          <a:p>
            <a:pPr algn="l">
              <a:defRPr sz="3600" b="1">
                <a:latin typeface="Calibri Light"/>
              </a:defRPr>
            </a:pPr>
            <a:r>
              <a:rPr lang="en-US" sz="3600" b="1">
                <a:latin typeface="Calibri Light"/>
              </a:rPr>
              <a:t>Understanding GenAI Responses</a:t>
            </a:r>
          </a:p>
        </p:txBody>
      </p:sp>
      <p:sp>
        <p:nvSpPr>
          <p:cNvPr id="3" name="Content Placeholder 2">
            <a:extLst>
              <a:ext uri="{FF2B5EF4-FFF2-40B4-BE49-F238E27FC236}">
                <a16:creationId xmlns:a16="http://schemas.microsoft.com/office/drawing/2014/main" id="{BD891FD3-005F-4E25-3189-B9DDB5C4F413}"/>
              </a:ext>
            </a:extLst>
          </p:cNvPr>
          <p:cNvSpPr>
            <a:spLocks noGrp="1"/>
          </p:cNvSpPr>
          <p:nvPr>
            <p:ph idx="1"/>
          </p:nvPr>
        </p:nvSpPr>
        <p:spPr>
          <a:xfrm>
            <a:off x="640080" y="1097280"/>
            <a:ext cx="10911840" cy="5349240"/>
          </a:xfrm>
        </p:spPr>
        <p:txBody>
          <a:bodyPr vert="horz" wrap="square" lIns="91440" tIns="45720" rIns="91440" bIns="45720" rtlCol="0" anchor="t">
            <a:normAutofit/>
          </a:bodyPr>
          <a:lstStyle/>
          <a:p>
            <a:pPr marL="457200" indent="-457200">
              <a:defRPr sz="2400" b="0">
                <a:latin typeface="Calibri Light"/>
              </a:defRPr>
            </a:pPr>
            <a:r>
              <a:rPr lang="en-US" sz="2400" b="0">
                <a:highlight>
                  <a:srgbClr val="FCFCFC"/>
                </a:highlight>
                <a:latin typeface="Calibri Light"/>
              </a:rPr>
              <a:t>Responses depend on the </a:t>
            </a:r>
            <a:r>
              <a:rPr lang="en-US" sz="2400" b="1">
                <a:highlight>
                  <a:srgbClr val="FCFCFC"/>
                </a:highlight>
                <a:latin typeface="Calibri Light"/>
              </a:rPr>
              <a:t>quality of data used for training and the design of the system</a:t>
            </a:r>
            <a:r>
              <a:rPr lang="en-US" sz="2400" b="0">
                <a:highlight>
                  <a:srgbClr val="FCFCFC"/>
                </a:highlight>
                <a:latin typeface="Calibri Light"/>
              </a:rPr>
              <a:t>; if data is not exhaustive/ representative/ contextual, it will result in inaccuracies and bias</a:t>
            </a:r>
          </a:p>
          <a:p>
            <a:pPr marL="457200" indent="-457200">
              <a:defRPr sz="2400" b="0">
                <a:latin typeface="Calibri Light"/>
              </a:defRPr>
            </a:pPr>
            <a:r>
              <a:rPr lang="en-US" sz="2400" b="1">
                <a:highlight>
                  <a:srgbClr val="FCFCFC"/>
                </a:highlight>
                <a:latin typeface="Calibri Light"/>
              </a:rPr>
              <a:t>Inherent probabilistic design </a:t>
            </a:r>
            <a:r>
              <a:rPr lang="en-US" sz="2400" b="0">
                <a:highlight>
                  <a:srgbClr val="FCFCFC"/>
                </a:highlight>
                <a:latin typeface="Calibri Light"/>
              </a:rPr>
              <a:t>of the AI models can add to inaccuracies and hallucination</a:t>
            </a:r>
          </a:p>
          <a:p>
            <a:pPr marL="457200" indent="-457200">
              <a:defRPr sz="2400" b="0">
                <a:latin typeface="Calibri Light"/>
              </a:defRPr>
            </a:pPr>
            <a:r>
              <a:rPr lang="en-US" sz="2400" b="0">
                <a:highlight>
                  <a:srgbClr val="FCFCFC"/>
                </a:highlight>
                <a:latin typeface="Calibri Light"/>
              </a:rPr>
              <a:t>Generation with AI is </a:t>
            </a:r>
            <a:r>
              <a:rPr lang="en-US" sz="2400" b="1">
                <a:highlight>
                  <a:srgbClr val="FCFCFC"/>
                </a:highlight>
                <a:latin typeface="Calibri Light"/>
              </a:rPr>
              <a:t>not always backed with actual facts</a:t>
            </a:r>
            <a:r>
              <a:rPr lang="en-US" sz="2400" b="0">
                <a:highlight>
                  <a:srgbClr val="FCFCFC"/>
                </a:highlight>
                <a:latin typeface="Calibri Light"/>
              </a:rPr>
              <a:t>. User needs to instruct and bound the creation with context and expectations of accuracy</a:t>
            </a:r>
          </a:p>
          <a:p>
            <a:pPr marL="457200" indent="-457200">
              <a:defRPr sz="2400" b="0">
                <a:latin typeface="Calibri Light"/>
              </a:defRPr>
            </a:pPr>
            <a:r>
              <a:rPr lang="en-US" sz="2400" b="0">
                <a:highlight>
                  <a:srgbClr val="FCFCFC"/>
                </a:highlight>
                <a:latin typeface="Calibri Light"/>
              </a:rPr>
              <a:t>How the machine learns is not completely explainable</a:t>
            </a:r>
          </a:p>
          <a:p>
            <a:pPr marL="457200" indent="-457200">
              <a:defRPr sz="2400" b="0">
                <a:latin typeface="Calibri Light"/>
              </a:defRPr>
            </a:pPr>
            <a:r>
              <a:rPr lang="en-US" sz="2400">
                <a:highlight>
                  <a:srgbClr val="FCFCFC"/>
                </a:highlight>
                <a:latin typeface="Calibri Light"/>
              </a:rPr>
              <a:t>Responsibility </a:t>
            </a:r>
            <a:r>
              <a:rPr lang="en-US" sz="2400" b="0">
                <a:highlight>
                  <a:srgbClr val="FCFCFC"/>
                </a:highlight>
                <a:latin typeface="Calibri Light"/>
              </a:rPr>
              <a:t>of </a:t>
            </a:r>
            <a:r>
              <a:rPr lang="en-US" sz="2400" b="1">
                <a:highlight>
                  <a:srgbClr val="FCFCFC"/>
                </a:highlight>
                <a:latin typeface="Calibri Light"/>
              </a:rPr>
              <a:t>writing a good “prompt” </a:t>
            </a:r>
            <a:r>
              <a:rPr lang="en-US" sz="2400" b="0">
                <a:highlight>
                  <a:srgbClr val="FCFCFC"/>
                </a:highlight>
                <a:latin typeface="Calibri Light"/>
              </a:rPr>
              <a:t>is with the user, better prompt may lead to better results </a:t>
            </a:r>
          </a:p>
          <a:p>
            <a:pPr marL="457200" indent="-457200">
              <a:defRPr sz="2400" b="0">
                <a:latin typeface="Calibri Light"/>
              </a:defRPr>
            </a:pPr>
            <a:r>
              <a:rPr lang="en-US" sz="2400" b="0">
                <a:highlight>
                  <a:srgbClr val="FCFCFC"/>
                </a:highlight>
                <a:latin typeface="Calibri Light"/>
              </a:rPr>
              <a:t>Users need to be able to </a:t>
            </a:r>
            <a:r>
              <a:rPr lang="en-US" sz="2400" b="1">
                <a:highlight>
                  <a:srgbClr val="FCFCFC"/>
                </a:highlight>
                <a:latin typeface="Calibri Light"/>
              </a:rPr>
              <a:t>assert the accuracy </a:t>
            </a:r>
            <a:r>
              <a:rPr lang="en-US" sz="2400" b="0">
                <a:highlight>
                  <a:srgbClr val="FCFCFC"/>
                </a:highlight>
                <a:latin typeface="Calibri Light"/>
              </a:rPr>
              <a:t>of the content “created”</a:t>
            </a:r>
          </a:p>
          <a:p>
            <a:pPr marL="457200" indent="-457200">
              <a:defRPr sz="2400" b="0">
                <a:latin typeface="Calibri Light"/>
              </a:defRPr>
            </a:pPr>
            <a:r>
              <a:rPr lang="en-US" sz="2400">
                <a:highlight>
                  <a:srgbClr val="FCFCFC"/>
                </a:highlight>
                <a:latin typeface="Calibri Light"/>
              </a:rPr>
              <a:t>Most Gen-AI solutions are from private corporations and the free plans may not be high performing in terms of quality</a:t>
            </a:r>
            <a:endParaRPr lang="en-US" sz="2400" b="0">
              <a:highlight>
                <a:srgbClr val="FCFCFC"/>
              </a:highlight>
              <a:latin typeface="Calibri Light"/>
            </a:endParaRPr>
          </a:p>
        </p:txBody>
      </p:sp>
    </p:spTree>
    <p:extLst>
      <p:ext uri="{BB962C8B-B14F-4D97-AF65-F5344CB8AC3E}">
        <p14:creationId xmlns:p14="http://schemas.microsoft.com/office/powerpoint/2010/main" val="36766586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1047F-4538-00CD-12FD-BD805F10CE32}"/>
              </a:ext>
            </a:extLst>
          </p:cNvPr>
          <p:cNvSpPr>
            <a:spLocks noGrp="1"/>
          </p:cNvSpPr>
          <p:nvPr>
            <p:ph type="title"/>
          </p:nvPr>
        </p:nvSpPr>
        <p:spPr>
          <a:xfrm>
            <a:off x="411480" y="182880"/>
            <a:ext cx="11369040" cy="685800"/>
          </a:xfrm>
        </p:spPr>
        <p:txBody>
          <a:bodyPr wrap="square">
            <a:noAutofit/>
          </a:bodyPr>
          <a:lstStyle/>
          <a:p>
            <a:pPr algn="l">
              <a:defRPr sz="3600" b="1">
                <a:latin typeface="Calibri Light"/>
              </a:defRPr>
            </a:pPr>
            <a:r>
              <a:rPr lang="en-US" sz="3600" b="1">
                <a:latin typeface="Calibri Light"/>
              </a:rPr>
              <a:t>How do we use AI if it has pros and cons?</a:t>
            </a:r>
          </a:p>
        </p:txBody>
      </p:sp>
      <p:sp>
        <p:nvSpPr>
          <p:cNvPr id="3" name="Content Placeholder 2">
            <a:extLst>
              <a:ext uri="{FF2B5EF4-FFF2-40B4-BE49-F238E27FC236}">
                <a16:creationId xmlns:a16="http://schemas.microsoft.com/office/drawing/2014/main" id="{C5E146AD-95F2-85F1-1CA7-2F9FAB67006A}"/>
              </a:ext>
            </a:extLst>
          </p:cNvPr>
          <p:cNvSpPr>
            <a:spLocks noGrp="1"/>
          </p:cNvSpPr>
          <p:nvPr>
            <p:ph idx="1"/>
          </p:nvPr>
        </p:nvSpPr>
        <p:spPr>
          <a:xfrm>
            <a:off x="640080" y="1097280"/>
            <a:ext cx="10911840" cy="5349240"/>
          </a:xfrm>
        </p:spPr>
        <p:txBody>
          <a:bodyPr vert="horz" wrap="square" lIns="91440" tIns="45720" rIns="91440" bIns="45720" rtlCol="0" anchor="t">
            <a:normAutofit/>
          </a:bodyPr>
          <a:lstStyle/>
          <a:p>
            <a:pPr>
              <a:defRPr sz="2400" b="0">
                <a:latin typeface="Calibri Light"/>
              </a:defRPr>
            </a:pPr>
            <a:r>
              <a:rPr lang="en-US" sz="2400" b="1">
                <a:latin typeface="Calibri Light"/>
                <a:ea typeface="+mn-lt"/>
                <a:cs typeface="+mn-lt"/>
              </a:rPr>
              <a:t>Humans are accountable </a:t>
            </a:r>
            <a:r>
              <a:rPr lang="en-US" sz="2400" b="0">
                <a:latin typeface="Calibri Light"/>
                <a:ea typeface="+mn-lt"/>
                <a:cs typeface="+mn-lt"/>
              </a:rPr>
              <a:t>for what we use AI for and how we use its outputs</a:t>
            </a:r>
          </a:p>
          <a:p>
            <a:pPr>
              <a:defRPr sz="2400" b="0">
                <a:latin typeface="Calibri Light"/>
              </a:defRPr>
            </a:pPr>
            <a:r>
              <a:rPr lang="en-US" sz="2400" b="0">
                <a:latin typeface="Calibri Light"/>
                <a:ea typeface="+mn-lt"/>
                <a:cs typeface="+mn-lt"/>
              </a:rPr>
              <a:t>We cannot penalize AI for its mistakes, inaccuracies and errors </a:t>
            </a:r>
          </a:p>
          <a:p>
            <a:pPr>
              <a:defRPr sz="2400" b="0">
                <a:latin typeface="Calibri Light"/>
              </a:defRPr>
            </a:pPr>
            <a:r>
              <a:rPr lang="en-US" sz="2400" b="1">
                <a:latin typeface="Calibri Light"/>
              </a:rPr>
              <a:t>Responsible, Informed and Conscious (RIC) Use </a:t>
            </a:r>
            <a:r>
              <a:rPr lang="en-US" sz="2400" b="0">
                <a:latin typeface="Calibri Light"/>
              </a:rPr>
              <a:t>of AI needs to be practiced</a:t>
            </a:r>
          </a:p>
          <a:p>
            <a:pPr>
              <a:defRPr sz="2400" b="0">
                <a:latin typeface="Calibri Light"/>
              </a:defRPr>
            </a:pPr>
            <a:r>
              <a:rPr lang="en-US" sz="2400" b="1">
                <a:latin typeface="Calibri Light"/>
              </a:rPr>
              <a:t>Responsible </a:t>
            </a:r>
            <a:r>
              <a:rPr lang="en-US" sz="2400" b="0">
                <a:latin typeface="Calibri Light"/>
              </a:rPr>
              <a:t>:</a:t>
            </a:r>
          </a:p>
          <a:p>
            <a:pPr lvl="1">
              <a:defRPr sz="2200" b="0">
                <a:latin typeface="Calibri Light"/>
              </a:defRPr>
            </a:pPr>
            <a:r>
              <a:rPr lang="en-US" sz="2200" b="0">
                <a:latin typeface="Calibri Light"/>
              </a:rPr>
              <a:t>Use AI in a manner that does not result in harm for yourself or others</a:t>
            </a:r>
          </a:p>
          <a:p>
            <a:pPr>
              <a:defRPr sz="2400" b="0">
                <a:latin typeface="Calibri Light"/>
              </a:defRPr>
            </a:pPr>
            <a:r>
              <a:rPr lang="en-US" sz="2400" b="1">
                <a:latin typeface="Calibri Light"/>
              </a:rPr>
              <a:t>Informed :</a:t>
            </a:r>
          </a:p>
          <a:p>
            <a:pPr lvl="1">
              <a:defRPr sz="2200" b="0">
                <a:latin typeface="Calibri Light"/>
              </a:defRPr>
            </a:pPr>
            <a:r>
              <a:rPr lang="en-US" sz="2200" b="0">
                <a:latin typeface="Calibri Light"/>
              </a:rPr>
              <a:t>Know that AI can make mistakes, can have bias, can make mistakes, does not have emotions</a:t>
            </a:r>
          </a:p>
          <a:p>
            <a:pPr lvl="1">
              <a:defRPr sz="2200" b="0">
                <a:latin typeface="Calibri Light"/>
              </a:defRPr>
            </a:pPr>
            <a:r>
              <a:rPr lang="en-US" sz="2200" b="0">
                <a:latin typeface="Calibri Light"/>
              </a:rPr>
              <a:t>Know that AI can generate content without it being reality (hallucination)</a:t>
            </a:r>
          </a:p>
          <a:p>
            <a:pPr>
              <a:defRPr sz="2400" b="0">
                <a:latin typeface="Calibri Light"/>
              </a:defRPr>
            </a:pPr>
            <a:r>
              <a:rPr lang="en-US" sz="2400" b="1">
                <a:latin typeface="Calibri Light"/>
              </a:rPr>
              <a:t>Conscious :</a:t>
            </a:r>
          </a:p>
          <a:p>
            <a:pPr lvl="1">
              <a:defRPr sz="2200" b="0">
                <a:latin typeface="Calibri Light"/>
              </a:defRPr>
            </a:pPr>
            <a:r>
              <a:rPr lang="en-US" sz="2200" b="0">
                <a:latin typeface="Calibri Light"/>
              </a:rPr>
              <a:t>Use AI with full understanding of the accountability for actions based on the information or suggestions that are got from the AI solutions</a:t>
            </a:r>
          </a:p>
          <a:p>
            <a:pPr>
              <a:defRPr sz="2400" b="0">
                <a:latin typeface="Calibri Light"/>
              </a:defRPr>
            </a:pPr>
            <a:r>
              <a:rPr lang="en-US" sz="2400" b="1">
                <a:latin typeface="Calibri Light"/>
              </a:rPr>
              <a:t>An </a:t>
            </a:r>
            <a:r>
              <a:rPr lang="en-US" sz="2400" b="1">
                <a:solidFill>
                  <a:srgbClr val="0070C0"/>
                </a:solidFill>
                <a:latin typeface="Calibri Light"/>
              </a:rPr>
              <a:t>Responsible, Informed and Conscious Human in the Loop </a:t>
            </a:r>
            <a:r>
              <a:rPr lang="en-US" sz="2400" b="1">
                <a:latin typeface="Calibri Light"/>
              </a:rPr>
              <a:t>is the best way to use AI</a:t>
            </a:r>
          </a:p>
        </p:txBody>
      </p:sp>
    </p:spTree>
    <p:extLst>
      <p:ext uri="{BB962C8B-B14F-4D97-AF65-F5344CB8AC3E}">
        <p14:creationId xmlns:p14="http://schemas.microsoft.com/office/powerpoint/2010/main" val="33178475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35D8A-6EC7-235E-03E8-E59D0F6EBFC0}"/>
              </a:ext>
            </a:extLst>
          </p:cNvPr>
          <p:cNvSpPr>
            <a:spLocks noGrp="1"/>
          </p:cNvSpPr>
          <p:nvPr>
            <p:ph type="title"/>
          </p:nvPr>
        </p:nvSpPr>
        <p:spPr>
          <a:xfrm>
            <a:off x="411480" y="182880"/>
            <a:ext cx="11369040" cy="685800"/>
          </a:xfrm>
        </p:spPr>
        <p:txBody>
          <a:bodyPr wrap="square">
            <a:noAutofit/>
          </a:bodyPr>
          <a:lstStyle/>
          <a:p>
            <a:pPr algn="l">
              <a:defRPr sz="3600" b="1">
                <a:latin typeface="Calibri Light"/>
              </a:defRPr>
            </a:pPr>
            <a:r>
              <a:rPr lang="en-US" sz="3600" b="1">
                <a:latin typeface="Calibri Light"/>
              </a:rPr>
              <a:t>Let us all remember </a:t>
            </a:r>
          </a:p>
        </p:txBody>
      </p:sp>
      <p:sp>
        <p:nvSpPr>
          <p:cNvPr id="3" name="Content Placeholder 2">
            <a:extLst>
              <a:ext uri="{FF2B5EF4-FFF2-40B4-BE49-F238E27FC236}">
                <a16:creationId xmlns:a16="http://schemas.microsoft.com/office/drawing/2014/main" id="{08FB7A8F-86FB-2A8E-C214-609D0A9623D3}"/>
              </a:ext>
            </a:extLst>
          </p:cNvPr>
          <p:cNvSpPr>
            <a:spLocks noGrp="1"/>
          </p:cNvSpPr>
          <p:nvPr>
            <p:ph idx="1"/>
          </p:nvPr>
        </p:nvSpPr>
        <p:spPr>
          <a:xfrm>
            <a:off x="640080" y="1097280"/>
            <a:ext cx="10911840" cy="5349240"/>
          </a:xfrm>
        </p:spPr>
        <p:txBody>
          <a:bodyPr vert="horz" wrap="square" lIns="91440" tIns="45720" rIns="91440" bIns="45720" rtlCol="0" anchor="t">
            <a:normAutofit fontScale="92500" lnSpcReduction="20000"/>
          </a:bodyPr>
          <a:lstStyle/>
          <a:p>
            <a:pPr>
              <a:defRPr sz="2400" b="0">
                <a:latin typeface="Calibri Light"/>
              </a:defRPr>
            </a:pPr>
            <a:r>
              <a:rPr lang="en-US" sz="2400" b="0">
                <a:latin typeface="Calibri Light"/>
              </a:rPr>
              <a:t>AI is not a substitute for </a:t>
            </a:r>
          </a:p>
          <a:p>
            <a:pPr lvl="1">
              <a:defRPr sz="2200" b="0">
                <a:latin typeface="Calibri Light"/>
              </a:defRPr>
            </a:pPr>
            <a:r>
              <a:rPr lang="en-US" sz="2200" b="0">
                <a:latin typeface="Calibri Light"/>
              </a:rPr>
              <a:t>Professional advice from </a:t>
            </a:r>
            <a:r>
              <a:rPr lang="en-US" sz="2200">
                <a:latin typeface="Calibri Light"/>
              </a:rPr>
              <a:t>teachers, </a:t>
            </a:r>
            <a:r>
              <a:rPr lang="en-US" sz="2200" b="0">
                <a:latin typeface="Calibri Light"/>
              </a:rPr>
              <a:t>doctors, CA, lawyers etc. </a:t>
            </a:r>
          </a:p>
          <a:p>
            <a:pPr lvl="1">
              <a:defRPr sz="2200" b="0">
                <a:latin typeface="Calibri Light"/>
              </a:defRPr>
            </a:pPr>
            <a:r>
              <a:rPr lang="en-US" sz="2200" b="0">
                <a:latin typeface="Calibri Light"/>
              </a:rPr>
              <a:t>Do not rely on AI generated content for your physical or mental health</a:t>
            </a:r>
          </a:p>
          <a:p>
            <a:pPr>
              <a:defRPr sz="2400" b="0">
                <a:latin typeface="Calibri Light"/>
              </a:defRPr>
            </a:pPr>
            <a:r>
              <a:rPr lang="en-US" sz="2400" b="0">
                <a:latin typeface="Calibri Light"/>
                <a:ea typeface="+mn-lt"/>
                <a:cs typeface="+mn-lt"/>
              </a:rPr>
              <a:t>AI may talk like a human but it does not have emotions. The responses are generated to make the humans “feel like they are talking to another human”</a:t>
            </a:r>
          </a:p>
          <a:p>
            <a:pPr>
              <a:defRPr sz="2400" b="0">
                <a:latin typeface="Calibri Light"/>
              </a:defRPr>
            </a:pPr>
            <a:r>
              <a:rPr lang="en-US" sz="2400" b="0">
                <a:latin typeface="Calibri Light"/>
              </a:rPr>
              <a:t>We should not develop overdependence on AI </a:t>
            </a:r>
          </a:p>
          <a:p>
            <a:pPr>
              <a:defRPr sz="2400" b="0">
                <a:latin typeface="Calibri Light"/>
              </a:defRPr>
            </a:pPr>
            <a:r>
              <a:rPr lang="en-US" sz="2400" b="0">
                <a:latin typeface="Calibri Light"/>
              </a:rPr>
              <a:t>AI is not always accurate</a:t>
            </a:r>
          </a:p>
          <a:p>
            <a:pPr lvl="1">
              <a:defRPr sz="2200" b="0">
                <a:latin typeface="Calibri Light"/>
              </a:defRPr>
            </a:pPr>
            <a:r>
              <a:rPr lang="en-US" sz="2200" b="0">
                <a:latin typeface="Calibri Light"/>
              </a:rPr>
              <a:t>Self judgement for accuracy is a must</a:t>
            </a:r>
          </a:p>
          <a:p>
            <a:pPr lvl="1">
              <a:defRPr sz="2200" b="0">
                <a:latin typeface="Calibri Light"/>
              </a:defRPr>
            </a:pPr>
            <a:r>
              <a:rPr lang="en-US" sz="2200" b="0">
                <a:latin typeface="Calibri Light"/>
              </a:rPr>
              <a:t>Lag between current updates and the training data </a:t>
            </a:r>
          </a:p>
          <a:p>
            <a:pPr lvl="1">
              <a:defRPr sz="2200" b="0">
                <a:latin typeface="Calibri Light"/>
              </a:defRPr>
            </a:pPr>
            <a:r>
              <a:rPr lang="en-US" sz="2200" b="0">
                <a:latin typeface="Calibri Light"/>
              </a:rPr>
              <a:t>Not being aware of the training the model has received </a:t>
            </a:r>
          </a:p>
          <a:p>
            <a:pPr>
              <a:defRPr sz="2400" b="0">
                <a:latin typeface="Calibri Light"/>
              </a:defRPr>
            </a:pPr>
            <a:r>
              <a:rPr lang="en-US" sz="2400" b="0">
                <a:latin typeface="Calibri Light"/>
              </a:rPr>
              <a:t>Responsibility of using AI properly is on the humans</a:t>
            </a:r>
          </a:p>
          <a:p>
            <a:pPr>
              <a:defRPr sz="2400" b="0">
                <a:latin typeface="Calibri Light"/>
              </a:defRPr>
            </a:pPr>
            <a:r>
              <a:rPr lang="en-US" sz="2400" b="0">
                <a:latin typeface="Calibri Light"/>
              </a:rPr>
              <a:t>When there is a need to get live data input, official sources information, access the sources directly without AI </a:t>
            </a:r>
            <a:endParaRPr lang="en-US" sz="1800">
              <a:latin typeface="+mj-lt"/>
              <a:ea typeface="+mn-lt"/>
              <a:cs typeface="+mn-lt"/>
            </a:endParaRPr>
          </a:p>
          <a:p>
            <a:pPr>
              <a:defRPr sz="2400" b="0">
                <a:latin typeface="Calibri Light"/>
              </a:defRPr>
            </a:pPr>
            <a:r>
              <a:rPr lang="en-US" sz="2400" b="0">
                <a:latin typeface="Calibri Light"/>
                <a:ea typeface="+mn-lt"/>
                <a:cs typeface="+mn-lt"/>
              </a:rPr>
              <a:t>Use AI only when needed as there is an environmental cost for running AI models as well due to the large computing and data storage needs </a:t>
            </a:r>
          </a:p>
          <a:p>
            <a:pPr>
              <a:defRPr sz="2400" b="0">
                <a:latin typeface="Calibri Light"/>
              </a:defRPr>
            </a:pPr>
            <a:r>
              <a:rPr lang="en-US" sz="2400" b="1">
                <a:latin typeface="Calibri Light"/>
                <a:ea typeface="+mn-lt"/>
                <a:cs typeface="+mn-lt"/>
              </a:rPr>
              <a:t>GRASP prompt to ask questions, QUESTION prompt evaluate responses</a:t>
            </a:r>
          </a:p>
          <a:p>
            <a:pPr>
              <a:defRPr sz="2400" b="0">
                <a:latin typeface="Calibri Light"/>
              </a:defRPr>
            </a:pPr>
            <a:endParaRPr lang="en-US" sz="1800">
              <a:latin typeface="+mj-lt"/>
            </a:endParaRPr>
          </a:p>
          <a:p>
            <a:pPr>
              <a:defRPr sz="2400" b="0">
                <a:latin typeface="Calibri Light"/>
              </a:defRPr>
            </a:pPr>
            <a:endParaRPr lang="en-US" sz="1800">
              <a:latin typeface="+mj-lt"/>
            </a:endParaRPr>
          </a:p>
        </p:txBody>
      </p:sp>
    </p:spTree>
    <p:extLst>
      <p:ext uri="{BB962C8B-B14F-4D97-AF65-F5344CB8AC3E}">
        <p14:creationId xmlns:p14="http://schemas.microsoft.com/office/powerpoint/2010/main" val="31891623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6BD53-CD7B-02C9-1E5B-714B1D8C70A8}"/>
              </a:ext>
            </a:extLst>
          </p:cNvPr>
          <p:cNvSpPr>
            <a:spLocks noGrp="1"/>
          </p:cNvSpPr>
          <p:nvPr>
            <p:ph type="title"/>
          </p:nvPr>
        </p:nvSpPr>
        <p:spPr>
          <a:xfrm>
            <a:off x="411480" y="182880"/>
            <a:ext cx="11369040" cy="685800"/>
          </a:xfrm>
        </p:spPr>
        <p:txBody>
          <a:bodyPr wrap="square">
            <a:noAutofit/>
          </a:bodyPr>
          <a:lstStyle/>
          <a:p>
            <a:pPr algn="l">
              <a:defRPr sz="3600" b="1">
                <a:latin typeface="Calibri Light"/>
              </a:defRPr>
            </a:pPr>
            <a:r>
              <a:rPr lang="en-US" sz="3600" b="1">
                <a:latin typeface="Calibri Light"/>
              </a:rPr>
              <a:t>Can I teach AI to students ?</a:t>
            </a:r>
          </a:p>
        </p:txBody>
      </p:sp>
      <p:sp>
        <p:nvSpPr>
          <p:cNvPr id="3" name="Content Placeholder 2">
            <a:extLst>
              <a:ext uri="{FF2B5EF4-FFF2-40B4-BE49-F238E27FC236}">
                <a16:creationId xmlns:a16="http://schemas.microsoft.com/office/drawing/2014/main" id="{8C97FCCD-E84C-CBB1-F215-16842F5B4432}"/>
              </a:ext>
            </a:extLst>
          </p:cNvPr>
          <p:cNvSpPr>
            <a:spLocks noGrp="1"/>
          </p:cNvSpPr>
          <p:nvPr>
            <p:ph idx="1"/>
          </p:nvPr>
        </p:nvSpPr>
        <p:spPr>
          <a:xfrm>
            <a:off x="640080" y="1097280"/>
            <a:ext cx="10911840" cy="5349240"/>
          </a:xfrm>
        </p:spPr>
        <p:txBody>
          <a:bodyPr vert="horz" wrap="square" lIns="91440" tIns="45720" rIns="91440" bIns="45720" rtlCol="0" anchor="t">
            <a:normAutofit/>
          </a:bodyPr>
          <a:lstStyle/>
          <a:p>
            <a:pPr>
              <a:defRPr sz="2400" b="0">
                <a:latin typeface="Calibri Light"/>
              </a:defRPr>
            </a:pPr>
            <a:r>
              <a:rPr lang="en-US" b="0">
                <a:latin typeface="Calibri Light"/>
              </a:rPr>
              <a:t>As understood in the session, AI is a very powerful tool in the hands of its user</a:t>
            </a:r>
            <a:endParaRPr lang="en-US" b="0">
              <a:latin typeface="Calibri Light"/>
              <a:ea typeface="Calibri Light"/>
              <a:cs typeface="Calibri Light"/>
            </a:endParaRPr>
          </a:p>
          <a:p>
            <a:pPr>
              <a:defRPr sz="2400" b="0">
                <a:latin typeface="Calibri Light"/>
              </a:defRPr>
            </a:pPr>
            <a:r>
              <a:rPr lang="en-US" b="0">
                <a:latin typeface="Calibri Light"/>
              </a:rPr>
              <a:t>Students </a:t>
            </a:r>
            <a:r>
              <a:rPr lang="en-US">
                <a:latin typeface="Calibri Light"/>
              </a:rPr>
              <a:t>may not completely understand the </a:t>
            </a:r>
            <a:r>
              <a:rPr lang="en-US" b="0">
                <a:latin typeface="Calibri Light"/>
              </a:rPr>
              <a:t>applications as well the challenges of AI </a:t>
            </a:r>
            <a:endParaRPr lang="en-US" b="0">
              <a:latin typeface="Calibri Light"/>
              <a:ea typeface="Calibri Light"/>
              <a:cs typeface="Calibri Light"/>
            </a:endParaRPr>
          </a:p>
          <a:p>
            <a:pPr>
              <a:defRPr sz="2400" b="0">
                <a:latin typeface="Calibri Light"/>
              </a:defRPr>
            </a:pPr>
            <a:r>
              <a:rPr lang="en-US">
                <a:latin typeface="Calibri Light"/>
              </a:rPr>
              <a:t>Students may not know how to verify the accuracy and other issues like bias and hallucination even if they are explained to them </a:t>
            </a:r>
            <a:endParaRPr lang="en-US">
              <a:latin typeface="Calibri Light"/>
              <a:ea typeface="Calibri Light"/>
              <a:cs typeface="Calibri Light"/>
            </a:endParaRPr>
          </a:p>
          <a:p>
            <a:pPr>
              <a:defRPr sz="2400" b="0">
                <a:latin typeface="Calibri Light"/>
              </a:defRPr>
            </a:pPr>
            <a:r>
              <a:rPr lang="en-US">
                <a:latin typeface="Calibri Light"/>
              </a:rPr>
              <a:t>Students may consider</a:t>
            </a:r>
            <a:r>
              <a:rPr lang="en-US" b="0">
                <a:latin typeface="Calibri Light"/>
              </a:rPr>
              <a:t> these tools as other humans and should not disclose private, sensitive and confidential information that can cause harm or risk the safety</a:t>
            </a:r>
            <a:endParaRPr lang="en-US" b="0">
              <a:latin typeface="Calibri Light"/>
              <a:ea typeface="Calibri Light"/>
              <a:cs typeface="Calibri Light"/>
            </a:endParaRPr>
          </a:p>
          <a:p>
            <a:pPr>
              <a:defRPr sz="2400" b="0">
                <a:latin typeface="Calibri Light"/>
              </a:defRPr>
            </a:pPr>
            <a:r>
              <a:rPr lang="en-US">
                <a:latin typeface="Calibri Light"/>
              </a:rPr>
              <a:t>Students may develop overdependence</a:t>
            </a:r>
            <a:r>
              <a:rPr lang="en-US" b="0">
                <a:latin typeface="Calibri Light"/>
              </a:rPr>
              <a:t>, </a:t>
            </a:r>
            <a:r>
              <a:rPr lang="en-US">
                <a:latin typeface="Calibri Light"/>
              </a:rPr>
              <a:t>and follow unethical</a:t>
            </a:r>
            <a:r>
              <a:rPr lang="en-US" b="0">
                <a:latin typeface="Calibri Light"/>
              </a:rPr>
              <a:t> </a:t>
            </a:r>
            <a:r>
              <a:rPr lang="en-US">
                <a:latin typeface="Calibri Light"/>
              </a:rPr>
              <a:t>practices </a:t>
            </a:r>
          </a:p>
          <a:p>
            <a:pPr>
              <a:defRPr sz="2400" b="0">
                <a:latin typeface="Calibri Light"/>
              </a:defRPr>
            </a:pPr>
            <a:r>
              <a:rPr lang="en-US">
                <a:latin typeface="Calibri Light"/>
              </a:rPr>
              <a:t>Students' learning and creativity may get affected </a:t>
            </a:r>
            <a:endParaRPr lang="en-US" b="0">
              <a:latin typeface="Calibri Light"/>
              <a:ea typeface="Calibri Light"/>
              <a:cs typeface="Calibri Light"/>
            </a:endParaRPr>
          </a:p>
          <a:p>
            <a:pPr>
              <a:defRPr sz="2400" b="0">
                <a:latin typeface="Calibri Light"/>
              </a:defRPr>
            </a:pPr>
            <a:r>
              <a:rPr lang="en-US">
                <a:latin typeface="Calibri Light"/>
              </a:rPr>
              <a:t>GenAI</a:t>
            </a:r>
            <a:r>
              <a:rPr lang="en-US" b="0">
                <a:latin typeface="Calibri Light"/>
              </a:rPr>
              <a:t> </a:t>
            </a:r>
            <a:r>
              <a:rPr lang="en-US">
                <a:latin typeface="Calibri Light"/>
              </a:rPr>
              <a:t>may not enforce appropriate age</a:t>
            </a:r>
            <a:r>
              <a:rPr lang="en-US" b="0">
                <a:latin typeface="Calibri Light"/>
              </a:rPr>
              <a:t> limits </a:t>
            </a:r>
            <a:endParaRPr lang="en-US" b="1">
              <a:latin typeface="Calibri Light"/>
            </a:endParaRPr>
          </a:p>
          <a:p>
            <a:pPr>
              <a:defRPr sz="2400" b="0">
                <a:latin typeface="Calibri Light"/>
              </a:defRPr>
            </a:pPr>
            <a:r>
              <a:rPr lang="en-US" b="1">
                <a:latin typeface="Calibri Light"/>
              </a:rPr>
              <a:t>Responsible, Informed and Conscious use of AI should be taught to them at all ages, but it cannot be ensured  </a:t>
            </a:r>
            <a:endParaRPr lang="en-US" b="1">
              <a:latin typeface="Calibri Light"/>
              <a:ea typeface="Calibri Light"/>
              <a:cs typeface="Calibri Light"/>
            </a:endParaRPr>
          </a:p>
          <a:p>
            <a:pPr marL="0" indent="0">
              <a:buNone/>
              <a:defRPr sz="2400" b="0">
                <a:latin typeface="Calibri Light"/>
              </a:defRPr>
            </a:pPr>
            <a:endParaRPr lang="en-US" b="1">
              <a:latin typeface="Calibri Light"/>
              <a:ea typeface="Calibri Light"/>
              <a:cs typeface="Calibri Light"/>
            </a:endParaRPr>
          </a:p>
          <a:p>
            <a:pPr>
              <a:defRPr sz="2400" b="0">
                <a:latin typeface="Calibri Light"/>
              </a:defRPr>
            </a:pPr>
            <a:endParaRPr lang="en-US">
              <a:latin typeface="Calibri Light"/>
              <a:ea typeface="Calibri Light"/>
              <a:cs typeface="Calibri Light"/>
            </a:endParaRPr>
          </a:p>
        </p:txBody>
      </p:sp>
    </p:spTree>
    <p:extLst>
      <p:ext uri="{BB962C8B-B14F-4D97-AF65-F5344CB8AC3E}">
        <p14:creationId xmlns:p14="http://schemas.microsoft.com/office/powerpoint/2010/main" val="26106065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1F66CF-5CD1-E529-B366-175A3920FC2C}"/>
              </a:ext>
            </a:extLst>
          </p:cNvPr>
          <p:cNvSpPr txBox="1"/>
          <p:nvPr/>
        </p:nvSpPr>
        <p:spPr>
          <a:xfrm>
            <a:off x="416944" y="921659"/>
            <a:ext cx="11369040" cy="960120"/>
          </a:xfrm>
          <a:prstGeom prst="rect">
            <a:avLst/>
          </a:prstGeom>
          <a:noFill/>
        </p:spPr>
        <p:txBody>
          <a:bodyPr wrap="square" lIns="91440" tIns="45720" rIns="91440" bIns="45720" rtlCol="0" anchor="t">
            <a:noAutofit/>
          </a:bodyPr>
          <a:lstStyle/>
          <a:p>
            <a:pPr algn="ctr">
              <a:defRPr sz="3600" b="1">
                <a:latin typeface="Calibri Light"/>
              </a:defRPr>
            </a:pPr>
            <a:r>
              <a:rPr lang="en-US" sz="4800">
                <a:latin typeface="Bookman Old Style"/>
              </a:rPr>
              <a:t>AI </a:t>
            </a:r>
            <a:endParaRPr lang="en-US">
              <a:latin typeface="Bookman Old Style"/>
            </a:endParaRPr>
          </a:p>
          <a:p>
            <a:pPr algn="ctr">
              <a:defRPr sz="3600" b="1">
                <a:latin typeface="Calibri Light"/>
              </a:defRPr>
            </a:pPr>
            <a:r>
              <a:rPr lang="en-US" sz="4800">
                <a:latin typeface="Bookman Old Style"/>
              </a:rPr>
              <a:t>can be a powerful assistant for the humans when used in an </a:t>
            </a:r>
            <a:endParaRPr lang="en-US">
              <a:latin typeface="Bookman Old Style"/>
            </a:endParaRPr>
          </a:p>
          <a:p>
            <a:pPr algn="ctr">
              <a:defRPr sz="3600" b="1">
                <a:latin typeface="Calibri Light"/>
              </a:defRPr>
            </a:pPr>
            <a:r>
              <a:rPr lang="en-US" sz="4800">
                <a:solidFill>
                  <a:srgbClr val="0070C0"/>
                </a:solidFill>
                <a:latin typeface="Bookman Old Style"/>
              </a:rPr>
              <a:t>Responsible, Informed, and </a:t>
            </a:r>
          </a:p>
          <a:p>
            <a:pPr algn="ctr">
              <a:defRPr sz="3600" b="1">
                <a:latin typeface="Calibri Light"/>
              </a:defRPr>
            </a:pPr>
            <a:r>
              <a:rPr lang="en-US" sz="4800">
                <a:solidFill>
                  <a:srgbClr val="0070C0"/>
                </a:solidFill>
                <a:latin typeface="Bookman Old Style"/>
              </a:rPr>
              <a:t>Conscious </a:t>
            </a:r>
          </a:p>
          <a:p>
            <a:pPr algn="ctr">
              <a:defRPr sz="3600" b="1">
                <a:latin typeface="Calibri Light"/>
              </a:defRPr>
            </a:pPr>
            <a:r>
              <a:rPr lang="en-US" sz="4800">
                <a:latin typeface="Bookman Old Style" panose="02050604050505020204" pitchFamily="18" charset="0"/>
              </a:rPr>
              <a:t>manner</a:t>
            </a:r>
          </a:p>
          <a:p>
            <a:pPr algn="ctr">
              <a:defRPr sz="3600" b="1">
                <a:latin typeface="Calibri Light"/>
              </a:defRPr>
            </a:pPr>
            <a:endParaRPr lang="en-US" sz="6600">
              <a:latin typeface="Bookman Old Style" panose="02050604050505020204" pitchFamily="18" charset="0"/>
            </a:endParaRPr>
          </a:p>
        </p:txBody>
      </p:sp>
    </p:spTree>
    <p:extLst>
      <p:ext uri="{BB962C8B-B14F-4D97-AF65-F5344CB8AC3E}">
        <p14:creationId xmlns:p14="http://schemas.microsoft.com/office/powerpoint/2010/main" val="29849291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D887D-4C29-6546-B219-115367A47C14}"/>
              </a:ext>
            </a:extLst>
          </p:cNvPr>
          <p:cNvSpPr>
            <a:spLocks noGrp="1"/>
          </p:cNvSpPr>
          <p:nvPr>
            <p:ph type="title"/>
          </p:nvPr>
        </p:nvSpPr>
        <p:spPr>
          <a:xfrm>
            <a:off x="462790" y="2766589"/>
            <a:ext cx="11143915" cy="1325563"/>
          </a:xfrm>
        </p:spPr>
        <p:txBody>
          <a:bodyPr>
            <a:normAutofit fontScale="90000"/>
          </a:bodyPr>
          <a:lstStyle/>
          <a:p>
            <a:r>
              <a:rPr lang="en-IN"/>
              <a:t>                                      Thank You !</a:t>
            </a:r>
            <a:br>
              <a:rPr lang="en-IN"/>
            </a:br>
            <a:br>
              <a:rPr lang="en-IN"/>
            </a:br>
            <a:r>
              <a:rPr lang="en-IN"/>
              <a:t>       For any further queries, please be in touch with      </a:t>
            </a:r>
            <a:br>
              <a:rPr lang="en-IN"/>
            </a:br>
            <a:r>
              <a:rPr lang="en-IN"/>
              <a:t>                   yuvaraj@visionempowertrust.org</a:t>
            </a:r>
          </a:p>
        </p:txBody>
      </p:sp>
      <p:sp>
        <p:nvSpPr>
          <p:cNvPr id="4" name="object 3">
            <a:extLst>
              <a:ext uri="{FF2B5EF4-FFF2-40B4-BE49-F238E27FC236}">
                <a16:creationId xmlns:a16="http://schemas.microsoft.com/office/drawing/2014/main" id="{867CB2EE-4B79-E31E-7D1E-2AB8652E55FF}"/>
              </a:ext>
            </a:extLst>
          </p:cNvPr>
          <p:cNvSpPr/>
          <p:nvPr/>
        </p:nvSpPr>
        <p:spPr>
          <a:xfrm>
            <a:off x="5467950" y="5522535"/>
            <a:ext cx="1256100" cy="1339847"/>
          </a:xfrm>
          <a:prstGeom prst="rect">
            <a:avLst/>
          </a:prstGeom>
          <a:blipFill>
            <a:blip r:embed="rId2"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200"/>
          </a:p>
        </p:txBody>
      </p:sp>
      <p:pic>
        <p:nvPicPr>
          <p:cNvPr id="6" name="Graphic 3">
            <a:extLst>
              <a:ext uri="{FF2B5EF4-FFF2-40B4-BE49-F238E27FC236}">
                <a16:creationId xmlns:a16="http://schemas.microsoft.com/office/drawing/2014/main" id="{B1D2D3C3-13AC-26A8-A818-23CED1BA08DD}"/>
              </a:ext>
            </a:extLst>
          </p:cNvPr>
          <p:cNvPicPr>
            <a:picLocks noChangeAspect="1"/>
          </p:cNvPicPr>
          <p:nvPr/>
        </p:nvPicPr>
        <p:blipFill rotWithShape="1">
          <a:blip>
            <a:extLst>
              <a:ext uri="{96DAC541-7B7A-43D3-8B79-37D633B846F1}">
                <asvg:svgBlip xmlns:asvg="http://schemas.microsoft.com/office/drawing/2016/SVG/main" r:embed="rId3"/>
              </a:ext>
            </a:extLst>
          </a:blip>
          <a:srcRect t="34894" b="34111"/>
          <a:stretch/>
        </p:blipFill>
        <p:spPr>
          <a:xfrm>
            <a:off x="8198252" y="5774612"/>
            <a:ext cx="3863468" cy="855341"/>
          </a:xfrm>
          <a:prstGeom prst="rect">
            <a:avLst/>
          </a:prstGeom>
        </p:spPr>
      </p:pic>
      <p:pic>
        <p:nvPicPr>
          <p:cNvPr id="8" name="Picture 7" descr="A blue and grey rectangles with text&#10;&#10;AI-generated content may be incorrect.">
            <a:extLst>
              <a:ext uri="{FF2B5EF4-FFF2-40B4-BE49-F238E27FC236}">
                <a16:creationId xmlns:a16="http://schemas.microsoft.com/office/drawing/2014/main" id="{A43976D8-41AA-94A2-45D0-53E14AC2DE2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0380" y="5770580"/>
            <a:ext cx="3210560" cy="832905"/>
          </a:xfrm>
          <a:prstGeom prst="rect">
            <a:avLst/>
          </a:prstGeom>
        </p:spPr>
      </p:pic>
    </p:spTree>
    <p:extLst>
      <p:ext uri="{BB962C8B-B14F-4D97-AF65-F5344CB8AC3E}">
        <p14:creationId xmlns:p14="http://schemas.microsoft.com/office/powerpoint/2010/main" val="69839421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3C8C1B650FCD44A90F6C15D7C0B4FC9" ma:contentTypeVersion="18" ma:contentTypeDescription="Create a new document." ma:contentTypeScope="" ma:versionID="39739da473e5b8afebf57db0f6962ee5">
  <xsd:schema xmlns:xsd="http://www.w3.org/2001/XMLSchema" xmlns:xs="http://www.w3.org/2001/XMLSchema" xmlns:p="http://schemas.microsoft.com/office/2006/metadata/properties" xmlns:ns2="f6c69493-c5c9-4f33-a298-9c893d5c6711" xmlns:ns3="d54f43a1-7c0c-48f2-bcfc-ef5ef65a9c54" targetNamespace="http://schemas.microsoft.com/office/2006/metadata/properties" ma:root="true" ma:fieldsID="57ae9f947d10ee90e2f9f698db1789af" ns2:_="" ns3:_="">
    <xsd:import namespace="f6c69493-c5c9-4f33-a298-9c893d5c6711"/>
    <xsd:import namespace="d54f43a1-7c0c-48f2-bcfc-ef5ef65a9c5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MediaServiceSearchProperties"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Location" minOccurs="0"/>
                <xsd:element ref="ns2:Description2" minOccurs="0"/>
                <xsd:element ref="ns2:ActivityTyp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c69493-c5c9-4f33-a298-9c893d5c67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90401c9f-843b-44d9-a447-17a8aba967b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Description2" ma:index="23" nillable="true" ma:displayName="Description2" ma:format="Dropdown" ma:internalName="Description2">
      <xsd:simpleType>
        <xsd:restriction base="dms:Note">
          <xsd:maxLength value="255"/>
        </xsd:restriction>
      </xsd:simpleType>
    </xsd:element>
    <xsd:element name="ActivityType" ma:index="24" nillable="true" ma:displayName="ActivityType" ma:format="Dropdown" ma:internalName="ActivityType">
      <xsd:simpleType>
        <xsd:restriction base="dms:Choice">
          <xsd:enumeration value="Event"/>
          <xsd:enumeration value="Visit"/>
          <xsd:enumeration value="Volunteering"/>
          <xsd:enumeration value="Other"/>
        </xsd:restrictio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54f43a1-7c0c-48f2-bcfc-ef5ef65a9c5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b608f56c-1dd0-45c8-8f50-b616c921bdbb}" ma:internalName="TaxCatchAll" ma:showField="CatchAllData" ma:web="d54f43a1-7c0c-48f2-bcfc-ef5ef65a9c5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ActivityType xmlns="f6c69493-c5c9-4f33-a298-9c893d5c6711" xsi:nil="true"/>
    <lcf76f155ced4ddcb4097134ff3c332f xmlns="f6c69493-c5c9-4f33-a298-9c893d5c6711">
      <Terms xmlns="http://schemas.microsoft.com/office/infopath/2007/PartnerControls"/>
    </lcf76f155ced4ddcb4097134ff3c332f>
    <TaxCatchAll xmlns="d54f43a1-7c0c-48f2-bcfc-ef5ef65a9c54" xsi:nil="true"/>
    <Description2 xmlns="f6c69493-c5c9-4f33-a298-9c893d5c6711" xsi:nil="true"/>
  </documentManagement>
</p:properties>
</file>

<file path=customXml/itemProps1.xml><?xml version="1.0" encoding="utf-8"?>
<ds:datastoreItem xmlns:ds="http://schemas.openxmlformats.org/officeDocument/2006/customXml" ds:itemID="{B4B24FDD-F261-4D33-BC1C-9F1353A6F616}">
  <ds:schemaRefs>
    <ds:schemaRef ds:uri="d54f43a1-7c0c-48f2-bcfc-ef5ef65a9c54"/>
    <ds:schemaRef ds:uri="f6c69493-c5c9-4f33-a298-9c893d5c671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C7A5445-5585-4E9E-8CA1-E12B291A8A20}">
  <ds:schemaRefs>
    <ds:schemaRef ds:uri="http://schemas.microsoft.com/sharepoint/v3/contenttype/forms"/>
  </ds:schemaRefs>
</ds:datastoreItem>
</file>

<file path=customXml/itemProps3.xml><?xml version="1.0" encoding="utf-8"?>
<ds:datastoreItem xmlns:ds="http://schemas.openxmlformats.org/officeDocument/2006/customXml" ds:itemID="{7F620006-3EF9-4CF4-AD9C-E25A531D8AC9}">
  <ds:schemaRefs>
    <ds:schemaRef ds:uri="d54f43a1-7c0c-48f2-bcfc-ef5ef65a9c54"/>
    <ds:schemaRef ds:uri="f6c69493-c5c9-4f33-a298-9c893d5c671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43</Slides>
  <Notes>11</Notes>
  <HiddenSlides>1</HiddenSlide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Office Theme</vt:lpstr>
      <vt:lpstr>Vision Empower Trust AI Skilling Program </vt:lpstr>
      <vt:lpstr>Ice Breaker – Thinking about different technologies</vt:lpstr>
      <vt:lpstr>Agenda</vt:lpstr>
      <vt:lpstr>Ice Breaker – Can you spot the AI ?</vt:lpstr>
      <vt:lpstr>What is Intelligence ?</vt:lpstr>
      <vt:lpstr>Let us consider this scenario </vt:lpstr>
      <vt:lpstr>What is Artificial Intelligence ?</vt:lpstr>
      <vt:lpstr>Why is AI important?</vt:lpstr>
      <vt:lpstr>Have you wondered how AI works or gives you the answers ?</vt:lpstr>
      <vt:lpstr>How to make a machine learn and think? </vt:lpstr>
      <vt:lpstr>Data – The fuel of Artificial Intelligence</vt:lpstr>
      <vt:lpstr>How to make data-driven intelligence systems better?</vt:lpstr>
      <vt:lpstr>AI In Education</vt:lpstr>
      <vt:lpstr>Examples of data from education </vt:lpstr>
      <vt:lpstr>AI Assistance for Inclusive Education</vt:lpstr>
      <vt:lpstr>Teacher-In-The-Loop when using AI for education</vt:lpstr>
      <vt:lpstr>Suggested prompt to get good answers :"QUESTION" — Teacher AI Guardrail Prompt  </vt:lpstr>
      <vt:lpstr>With and without the QUESTION prompt</vt:lpstr>
      <vt:lpstr>Try your questions with and without the guardrail prompt </vt:lpstr>
      <vt:lpstr>Things to look out (for teachers and students)</vt:lpstr>
      <vt:lpstr>Lets experience AI </vt:lpstr>
      <vt:lpstr>General method for working with Generative AI</vt:lpstr>
      <vt:lpstr>Learning about Prompting</vt:lpstr>
      <vt:lpstr>Materials Needed</vt:lpstr>
      <vt:lpstr>Use Case: Create Accessible Learning Materials Using AI </vt:lpstr>
      <vt:lpstr>Use Case : Generate Worksheets Using AI </vt:lpstr>
      <vt:lpstr>Use Case : Translation</vt:lpstr>
      <vt:lpstr>Use Case : Create Audio Lessons Using AI </vt:lpstr>
      <vt:lpstr>PowerPoint Presentation</vt:lpstr>
      <vt:lpstr>AI for VI – Some useful applications</vt:lpstr>
      <vt:lpstr>Microsoft Seeing AI – A Visual Assistant for the Blind</vt:lpstr>
      <vt:lpstr>Be My AI – AI Powered Assistant to Virtual Volunteer Be My Eyes</vt:lpstr>
      <vt:lpstr>Microsoft CoPilot</vt:lpstr>
      <vt:lpstr>AI-enabled smart glasses</vt:lpstr>
      <vt:lpstr>Risks and limitations </vt:lpstr>
      <vt:lpstr>AI is important and useful. Why should we be concerned ?</vt:lpstr>
      <vt:lpstr>Have you encountered any challenges with AI ?</vt:lpstr>
      <vt:lpstr>Understanding GenAI Responses</vt:lpstr>
      <vt:lpstr>How do we use AI if it has pros and cons?</vt:lpstr>
      <vt:lpstr>Let us all remember </vt:lpstr>
      <vt:lpstr>Can I teach AI to students ?</vt:lpstr>
      <vt:lpstr>PowerPoint Presentation</vt:lpstr>
      <vt:lpstr>                                      Thank You !         For any further queries, please be in touch with                          yuvaraj@visionempowertrust.org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2026-08-26T05:54:43Z</dcterms:created>
  <dcterms:modified xsi:type="dcterms:W3CDTF">2026-09-08T10:29:11Z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0x01010073C8C1B650FCD44A90F6C15D7C0B4FC9</vt:lpwstr>
  </property>
  <property fmtid="{D5CDD505-2E9C-101B-9397-08002B2CF9AE}" pid="3" name="MediaServiceImageTags">
    <vt:lpwstr/>
  </property>
</Properties>
</file>