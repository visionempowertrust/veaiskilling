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5"/>
  </p:notesMasterIdLst>
  <p:sldIdLst>
    <p:sldId id="256" r:id="rId5"/>
    <p:sldId id="262" r:id="rId6"/>
    <p:sldId id="291" r:id="rId7"/>
    <p:sldId id="297" r:id="rId8"/>
    <p:sldId id="321" r:id="rId9"/>
    <p:sldId id="322" r:id="rId10"/>
    <p:sldId id="286" r:id="rId11"/>
    <p:sldId id="333" r:id="rId12"/>
    <p:sldId id="334" r:id="rId13"/>
    <p:sldId id="336" r:id="rId14"/>
    <p:sldId id="337" r:id="rId15"/>
    <p:sldId id="325" r:id="rId16"/>
    <p:sldId id="341" r:id="rId17"/>
    <p:sldId id="339" r:id="rId18"/>
    <p:sldId id="311" r:id="rId19"/>
    <p:sldId id="272" r:id="rId20"/>
    <p:sldId id="266" r:id="rId21"/>
    <p:sldId id="318" r:id="rId22"/>
    <p:sldId id="260" r:id="rId23"/>
    <p:sldId id="301" r:id="rId24"/>
    <p:sldId id="328" r:id="rId25"/>
    <p:sldId id="302" r:id="rId26"/>
    <p:sldId id="329" r:id="rId27"/>
    <p:sldId id="303" r:id="rId28"/>
    <p:sldId id="331" r:id="rId29"/>
    <p:sldId id="332" r:id="rId30"/>
    <p:sldId id="305" r:id="rId31"/>
    <p:sldId id="319" r:id="rId32"/>
    <p:sldId id="344" r:id="rId33"/>
    <p:sldId id="343" r:id="rId34"/>
    <p:sldId id="324" r:id="rId35"/>
    <p:sldId id="310" r:id="rId36"/>
    <p:sldId id="338" r:id="rId37"/>
    <p:sldId id="320" r:id="rId38"/>
    <p:sldId id="276" r:id="rId39"/>
    <p:sldId id="290" r:id="rId40"/>
    <p:sldId id="330" r:id="rId41"/>
    <p:sldId id="304" r:id="rId42"/>
    <p:sldId id="327" r:id="rId43"/>
    <p:sldId id="31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3702A7-3AB0-6886-FA42-F212CE868E2C}" v="301" dt="2026-09-07T10:39:39.469"/>
    <p1510:client id="{48CC8C93-8B53-0D9F-883A-0837BC8C4F94}" v="2" dt="2026-09-07T09:43:46.211"/>
    <p1510:client id="{501C4332-1DE2-9146-86EF-BCADFDE2A966}" v="125" dt="2026-09-07T09:59:20.514"/>
    <p1510:client id="{8366A21B-4EC2-F337-1D9E-B1B8F39735ED}" v="61" dt="2026-09-08T02:02:12.111"/>
    <p1510:client id="{B12A3DD4-9DB4-3FFD-E372-013EADD402DA}" v="2" dt="2026-09-07T05:15:04.3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varaj PK" userId="S::yuvaraj@visionempowertrust.org::ee70df89-fbc9-4364-93c2-901918c82222" providerId="AD" clId="Web-{6FF73DB9-C6E3-BDFB-BB4D-8BBDA0E4779C}"/>
    <pc:docChg chg="modSld">
      <pc:chgData name="Yuvaraj PK" userId="S::yuvaraj@visionempowertrust.org::ee70df89-fbc9-4364-93c2-901918c82222" providerId="AD" clId="Web-{6FF73DB9-C6E3-BDFB-BB4D-8BBDA0E4779C}" dt="2026-08-20T11:26:14.949" v="41" actId="1076"/>
      <pc:docMkLst>
        <pc:docMk/>
      </pc:docMkLst>
      <pc:sldChg chg="modSp">
        <pc:chgData name="Yuvaraj PK" userId="S::yuvaraj@visionempowertrust.org::ee70df89-fbc9-4364-93c2-901918c82222" providerId="AD" clId="Web-{6FF73DB9-C6E3-BDFB-BB4D-8BBDA0E4779C}" dt="2026-08-20T11:12:00.723" v="23" actId="1076"/>
        <pc:sldMkLst>
          <pc:docMk/>
          <pc:sldMk cId="0" sldId="260"/>
        </pc:sldMkLst>
        <pc:spChg chg="mod">
          <ac:chgData name="Yuvaraj PK" userId="S::yuvaraj@visionempowertrust.org::ee70df89-fbc9-4364-93c2-901918c82222" providerId="AD" clId="Web-{6FF73DB9-C6E3-BDFB-BB4D-8BBDA0E4779C}" dt="2026-08-20T11:11:35.488" v="19" actId="1076"/>
          <ac:spMkLst>
            <pc:docMk/>
            <pc:sldMk cId="0" sldId="260"/>
            <ac:spMk id="2" creationId="{00000000-0000-0000-0000-000000000000}"/>
          </ac:spMkLst>
        </pc:spChg>
        <pc:spChg chg="mod">
          <ac:chgData name="Yuvaraj PK" userId="S::yuvaraj@visionempowertrust.org::ee70df89-fbc9-4364-93c2-901918c82222" providerId="AD" clId="Web-{6FF73DB9-C6E3-BDFB-BB4D-8BBDA0E4779C}" dt="2026-08-20T11:12:00.723" v="23" actId="1076"/>
          <ac:spMkLst>
            <pc:docMk/>
            <pc:sldMk cId="0" sldId="260"/>
            <ac:spMk id="3" creationId="{00000000-0000-0000-0000-000000000000}"/>
          </ac:spMkLst>
        </pc:spChg>
      </pc:sldChg>
    </pc:docChg>
  </pc:docChgLst>
  <pc:docChgLst>
    <pc:chgData name="Meera Muthukrishnan" userId="S::meera@visionempowertrust.org::d828a7ba-2585-4325-b591-73aa0d8f5866" providerId="AD" clId="Web-{501C4332-1DE2-9146-86EF-BCADFDE2A966}"/>
    <pc:docChg chg="addSld delSld modSld">
      <pc:chgData name="Meera Muthukrishnan" userId="S::meera@visionempowertrust.org::d828a7ba-2585-4325-b591-73aa0d8f5866" providerId="AD" clId="Web-{501C4332-1DE2-9146-86EF-BCADFDE2A966}" dt="2026-09-07T09:59:20.514" v="119"/>
      <pc:docMkLst>
        <pc:docMk/>
      </pc:docMkLst>
      <pc:sldChg chg="modSp">
        <pc:chgData name="Meera Muthukrishnan" userId="S::meera@visionempowertrust.org::d828a7ba-2585-4325-b591-73aa0d8f5866" providerId="AD" clId="Web-{501C4332-1DE2-9146-86EF-BCADFDE2A966}" dt="2026-09-07T09:58:14.732" v="61" actId="20577"/>
        <pc:sldMkLst>
          <pc:docMk/>
          <pc:sldMk cId="0" sldId="260"/>
        </pc:sldMkLst>
        <pc:spChg chg="mod">
          <ac:chgData name="Meera Muthukrishnan" userId="S::meera@visionempowertrust.org::d828a7ba-2585-4325-b591-73aa0d8f5866" providerId="AD" clId="Web-{501C4332-1DE2-9146-86EF-BCADFDE2A966}" dt="2026-09-07T09:58:14.732" v="61" actId="20577"/>
          <ac:spMkLst>
            <pc:docMk/>
            <pc:sldMk cId="0" sldId="260"/>
            <ac:spMk id="3" creationId="{00000000-0000-0000-0000-000000000000}"/>
          </ac:spMkLst>
        </pc:spChg>
      </pc:sldChg>
      <pc:sldChg chg="modSp">
        <pc:chgData name="Meera Muthukrishnan" userId="S::meera@visionempowertrust.org::d828a7ba-2585-4325-b591-73aa0d8f5866" providerId="AD" clId="Web-{501C4332-1DE2-9146-86EF-BCADFDE2A966}" dt="2026-09-07T09:56:36.653" v="23" actId="20577"/>
        <pc:sldMkLst>
          <pc:docMk/>
          <pc:sldMk cId="1645687284" sldId="297"/>
        </pc:sldMkLst>
        <pc:spChg chg="mod">
          <ac:chgData name="Meera Muthukrishnan" userId="S::meera@visionempowertrust.org::d828a7ba-2585-4325-b591-73aa0d8f5866" providerId="AD" clId="Web-{501C4332-1DE2-9146-86EF-BCADFDE2A966}" dt="2026-09-07T09:56:36.653" v="23" actId="20577"/>
          <ac:spMkLst>
            <pc:docMk/>
            <pc:sldMk cId="1645687284" sldId="297"/>
            <ac:spMk id="3" creationId="{EB6F39C0-4ACA-F40E-12BA-265D7DDC2FB3}"/>
          </ac:spMkLst>
        </pc:spChg>
      </pc:sldChg>
      <pc:sldChg chg="add del">
        <pc:chgData name="Meera Muthukrishnan" userId="S::meera@visionempowertrust.org::d828a7ba-2585-4325-b591-73aa0d8f5866" providerId="AD" clId="Web-{501C4332-1DE2-9146-86EF-BCADFDE2A966}" dt="2026-09-07T09:59:20.514" v="119"/>
        <pc:sldMkLst>
          <pc:docMk/>
          <pc:sldMk cId="874648522" sldId="308"/>
        </pc:sldMkLst>
      </pc:sldChg>
      <pc:sldChg chg="modSp">
        <pc:chgData name="Meera Muthukrishnan" userId="S::meera@visionempowertrust.org::d828a7ba-2585-4325-b591-73aa0d8f5866" providerId="AD" clId="Web-{501C4332-1DE2-9146-86EF-BCADFDE2A966}" dt="2026-09-07T09:58:16.482" v="69" actId="20577"/>
        <pc:sldMkLst>
          <pc:docMk/>
          <pc:sldMk cId="110348443" sldId="327"/>
        </pc:sldMkLst>
        <pc:spChg chg="mod">
          <ac:chgData name="Meera Muthukrishnan" userId="S::meera@visionempowertrust.org::d828a7ba-2585-4325-b591-73aa0d8f5866" providerId="AD" clId="Web-{501C4332-1DE2-9146-86EF-BCADFDE2A966}" dt="2026-09-07T09:58:16.482" v="69" actId="20577"/>
          <ac:spMkLst>
            <pc:docMk/>
            <pc:sldMk cId="110348443" sldId="327"/>
            <ac:spMk id="3" creationId="{00000000-0000-0000-0000-000000000000}"/>
          </ac:spMkLst>
        </pc:spChg>
      </pc:sldChg>
      <pc:sldChg chg="del">
        <pc:chgData name="Meera Muthukrishnan" userId="S::meera@visionempowertrust.org::d828a7ba-2585-4325-b591-73aa0d8f5866" providerId="AD" clId="Web-{501C4332-1DE2-9146-86EF-BCADFDE2A966}" dt="2026-09-07T09:56:51.309" v="24"/>
        <pc:sldMkLst>
          <pc:docMk/>
          <pc:sldMk cId="1255476082" sldId="335"/>
        </pc:sldMkLst>
      </pc:sldChg>
      <pc:sldChg chg="modSp new">
        <pc:chgData name="Meera Muthukrishnan" userId="S::meera@visionempowertrust.org::d828a7ba-2585-4325-b591-73aa0d8f5866" providerId="AD" clId="Web-{501C4332-1DE2-9146-86EF-BCADFDE2A966}" dt="2026-09-07T09:58:37.685" v="112" actId="20577"/>
        <pc:sldMkLst>
          <pc:docMk/>
          <pc:sldMk cId="3095182764" sldId="340"/>
        </pc:sldMkLst>
        <pc:spChg chg="mod">
          <ac:chgData name="Meera Muthukrishnan" userId="S::meera@visionempowertrust.org::d828a7ba-2585-4325-b591-73aa0d8f5866" providerId="AD" clId="Web-{501C4332-1DE2-9146-86EF-BCADFDE2A966}" dt="2026-09-07T09:58:24.373" v="78" actId="20577"/>
          <ac:spMkLst>
            <pc:docMk/>
            <pc:sldMk cId="3095182764" sldId="340"/>
            <ac:spMk id="2" creationId="{E8E2C5C1-4065-2937-F5A7-8BD5025A39C4}"/>
          </ac:spMkLst>
        </pc:spChg>
        <pc:spChg chg="mod">
          <ac:chgData name="Meera Muthukrishnan" userId="S::meera@visionempowertrust.org::d828a7ba-2585-4325-b591-73aa0d8f5866" providerId="AD" clId="Web-{501C4332-1DE2-9146-86EF-BCADFDE2A966}" dt="2026-09-07T09:58:37.685" v="112" actId="20577"/>
          <ac:spMkLst>
            <pc:docMk/>
            <pc:sldMk cId="3095182764" sldId="340"/>
            <ac:spMk id="3" creationId="{3016106E-7406-D7D8-2BAC-CF31DD8AC32A}"/>
          </ac:spMkLst>
        </pc:spChg>
      </pc:sldChg>
      <pc:sldChg chg="new del">
        <pc:chgData name="Meera Muthukrishnan" userId="S::meera@visionempowertrust.org::d828a7ba-2585-4325-b591-73aa0d8f5866" providerId="AD" clId="Web-{501C4332-1DE2-9146-86EF-BCADFDE2A966}" dt="2026-09-07T09:59:02.217" v="114"/>
        <pc:sldMkLst>
          <pc:docMk/>
          <pc:sldMk cId="1921446057" sldId="341"/>
        </pc:sldMkLst>
      </pc:sldChg>
      <pc:sldChg chg="new">
        <pc:chgData name="Meera Muthukrishnan" userId="S::meera@visionempowertrust.org::d828a7ba-2585-4325-b591-73aa0d8f5866" providerId="AD" clId="Web-{501C4332-1DE2-9146-86EF-BCADFDE2A966}" dt="2026-09-07T09:59:13.186" v="115"/>
        <pc:sldMkLst>
          <pc:docMk/>
          <pc:sldMk cId="2470203492" sldId="341"/>
        </pc:sldMkLst>
      </pc:sldChg>
    </pc:docChg>
  </pc:docChgLst>
  <pc:docChgLst>
    <pc:chgData name="Priyanka Sharma" userId="S::spriyanka@visionempowertrust.org::db6591cc-b124-4eab-a426-666acc1c983b" providerId="AD" clId="Web-{B12A3DD4-9DB4-3FFD-E372-013EADD402DA}"/>
    <pc:docChg chg="modSld">
      <pc:chgData name="Priyanka Sharma" userId="S::spriyanka@visionempowertrust.org::db6591cc-b124-4eab-a426-666acc1c983b" providerId="AD" clId="Web-{B12A3DD4-9DB4-3FFD-E372-013EADD402DA}" dt="2026-09-07T05:15:04.397" v="1"/>
      <pc:docMkLst>
        <pc:docMk/>
      </pc:docMkLst>
      <pc:sldChg chg="modSp">
        <pc:chgData name="Priyanka Sharma" userId="S::spriyanka@visionempowertrust.org::db6591cc-b124-4eab-a426-666acc1c983b" providerId="AD" clId="Web-{B12A3DD4-9DB4-3FFD-E372-013EADD402DA}" dt="2026-09-07T05:15:04.397" v="1"/>
        <pc:sldMkLst>
          <pc:docMk/>
          <pc:sldMk cId="907765373" sldId="334"/>
        </pc:sldMkLst>
        <pc:spChg chg="mod">
          <ac:chgData name="Priyanka Sharma" userId="S::spriyanka@visionempowertrust.org::db6591cc-b124-4eab-a426-666acc1c983b" providerId="AD" clId="Web-{B12A3DD4-9DB4-3FFD-E372-013EADD402DA}" dt="2026-09-07T05:15:04.397" v="1"/>
          <ac:spMkLst>
            <pc:docMk/>
            <pc:sldMk cId="907765373" sldId="334"/>
            <ac:spMk id="3" creationId="{151E5822-0C4B-B2DA-48FC-8A84EDCF72C8}"/>
          </ac:spMkLst>
        </pc:spChg>
      </pc:sldChg>
    </pc:docChg>
  </pc:docChgLst>
  <pc:docChgLst>
    <pc:chgData name="Meera Muthukrishnan" userId="S::meera@visionempowertrust.org::d828a7ba-2585-4325-b591-73aa0d8f5866" providerId="AD" clId="Web-{393702A7-3AB0-6886-FA42-F212CE868E2C}"/>
    <pc:docChg chg="addSld delSld modSld">
      <pc:chgData name="Meera Muthukrishnan" userId="S::meera@visionempowertrust.org::d828a7ba-2585-4325-b591-73aa0d8f5866" providerId="AD" clId="Web-{393702A7-3AB0-6886-FA42-F212CE868E2C}" dt="2026-09-07T10:39:39.469" v="294"/>
      <pc:docMkLst>
        <pc:docMk/>
      </pc:docMkLst>
      <pc:sldChg chg="del">
        <pc:chgData name="Meera Muthukrishnan" userId="S::meera@visionempowertrust.org::d828a7ba-2585-4325-b591-73aa0d8f5866" providerId="AD" clId="Web-{393702A7-3AB0-6886-FA42-F212CE868E2C}" dt="2026-09-07T10:39:39.469" v="294"/>
        <pc:sldMkLst>
          <pc:docMk/>
          <pc:sldMk cId="547833379" sldId="278"/>
        </pc:sldMkLst>
      </pc:sldChg>
      <pc:sldChg chg="modSp del">
        <pc:chgData name="Meera Muthukrishnan" userId="S::meera@visionempowertrust.org::d828a7ba-2585-4325-b591-73aa0d8f5866" providerId="AD" clId="Web-{393702A7-3AB0-6886-FA42-F212CE868E2C}" dt="2026-09-07T10:39:09.469" v="292"/>
        <pc:sldMkLst>
          <pc:docMk/>
          <pc:sldMk cId="874648522" sldId="308"/>
        </pc:sldMkLst>
        <pc:spChg chg="mod">
          <ac:chgData name="Meera Muthukrishnan" userId="S::meera@visionempowertrust.org::d828a7ba-2585-4325-b591-73aa0d8f5866" providerId="AD" clId="Web-{393702A7-3AB0-6886-FA42-F212CE868E2C}" dt="2026-09-07T10:39:01.734" v="289" actId="20577"/>
          <ac:spMkLst>
            <pc:docMk/>
            <pc:sldMk cId="874648522" sldId="308"/>
            <ac:spMk id="3" creationId="{0D88A1BC-4C29-7049-47A3-15CD64B7B2EA}"/>
          </ac:spMkLst>
        </pc:spChg>
      </pc:sldChg>
      <pc:sldChg chg="modSp">
        <pc:chgData name="Meera Muthukrishnan" userId="S::meera@visionempowertrust.org::d828a7ba-2585-4325-b591-73aa0d8f5866" providerId="AD" clId="Web-{393702A7-3AB0-6886-FA42-F212CE868E2C}" dt="2026-09-07T10:07:20.747" v="6" actId="20577"/>
        <pc:sldMkLst>
          <pc:docMk/>
          <pc:sldMk cId="2991156870" sldId="321"/>
        </pc:sldMkLst>
        <pc:spChg chg="mod">
          <ac:chgData name="Meera Muthukrishnan" userId="S::meera@visionempowertrust.org::d828a7ba-2585-4325-b591-73aa0d8f5866" providerId="AD" clId="Web-{393702A7-3AB0-6886-FA42-F212CE868E2C}" dt="2026-09-07T10:07:20.747" v="6" actId="20577"/>
          <ac:spMkLst>
            <pc:docMk/>
            <pc:sldMk cId="2991156870" sldId="321"/>
            <ac:spMk id="2" creationId="{2E8EC629-3E1C-C99C-853F-C7E549008AA0}"/>
          </ac:spMkLst>
        </pc:spChg>
      </pc:sldChg>
      <pc:sldChg chg="add del">
        <pc:chgData name="Meera Muthukrishnan" userId="S::meera@visionempowertrust.org::d828a7ba-2585-4325-b591-73aa0d8f5866" providerId="AD" clId="Web-{393702A7-3AB0-6886-FA42-F212CE868E2C}" dt="2026-09-07T10:07:11.529" v="1"/>
        <pc:sldMkLst>
          <pc:docMk/>
          <pc:sldMk cId="3894709504" sldId="333"/>
        </pc:sldMkLst>
      </pc:sldChg>
      <pc:sldChg chg="del">
        <pc:chgData name="Meera Muthukrishnan" userId="S::meera@visionempowertrust.org::d828a7ba-2585-4325-b591-73aa0d8f5866" providerId="AD" clId="Web-{393702A7-3AB0-6886-FA42-F212CE868E2C}" dt="2026-09-07T10:39:22.297" v="293"/>
        <pc:sldMkLst>
          <pc:docMk/>
          <pc:sldMk cId="3095182764" sldId="340"/>
        </pc:sldMkLst>
      </pc:sldChg>
      <pc:sldChg chg="modSp modNotes">
        <pc:chgData name="Meera Muthukrishnan" userId="S::meera@visionempowertrust.org::d828a7ba-2585-4325-b591-73aa0d8f5866" providerId="AD" clId="Web-{393702A7-3AB0-6886-FA42-F212CE868E2C}" dt="2026-09-07T10:39:07.016" v="291"/>
        <pc:sldMkLst>
          <pc:docMk/>
          <pc:sldMk cId="2470203492" sldId="341"/>
        </pc:sldMkLst>
        <pc:spChg chg="mod">
          <ac:chgData name="Meera Muthukrishnan" userId="S::meera@visionempowertrust.org::d828a7ba-2585-4325-b591-73aa0d8f5866" providerId="AD" clId="Web-{393702A7-3AB0-6886-FA42-F212CE868E2C}" dt="2026-09-07T10:07:57.779" v="37" actId="20577"/>
          <ac:spMkLst>
            <pc:docMk/>
            <pc:sldMk cId="2470203492" sldId="341"/>
            <ac:spMk id="2" creationId="{9C07ECD4-49DD-A52A-B6C7-52295EEC1C3F}"/>
          </ac:spMkLst>
        </pc:spChg>
        <pc:spChg chg="mod">
          <ac:chgData name="Meera Muthukrishnan" userId="S::meera@visionempowertrust.org::d828a7ba-2585-4325-b591-73aa0d8f5866" providerId="AD" clId="Web-{393702A7-3AB0-6886-FA42-F212CE868E2C}" dt="2026-09-07T10:38:54.156" v="288" actId="20577"/>
          <ac:spMkLst>
            <pc:docMk/>
            <pc:sldMk cId="2470203492" sldId="341"/>
            <ac:spMk id="3" creationId="{68450B11-2C22-38E7-2C31-6787BF920405}"/>
          </ac:spMkLst>
        </pc:spChg>
      </pc:sldChg>
    </pc:docChg>
  </pc:docChgLst>
  <pc:docChgLst>
    <pc:chgData name="Yuvaraj PK" userId="S::yuvaraj@visionempowertrust.org::ee70df89-fbc9-4364-93c2-901918c82222" providerId="AD" clId="Web-{48CC8C93-8B53-0D9F-883A-0837BC8C4F94}"/>
    <pc:docChg chg="addSld delSld">
      <pc:chgData name="Yuvaraj PK" userId="S::yuvaraj@visionempowertrust.org::ee70df89-fbc9-4364-93c2-901918c82222" providerId="AD" clId="Web-{48CC8C93-8B53-0D9F-883A-0837BC8C4F94}" dt="2026-09-07T09:43:46.211" v="1"/>
      <pc:docMkLst>
        <pc:docMk/>
      </pc:docMkLst>
      <pc:sldChg chg="new del">
        <pc:chgData name="Yuvaraj PK" userId="S::yuvaraj@visionempowertrust.org::ee70df89-fbc9-4364-93c2-901918c82222" providerId="AD" clId="Web-{48CC8C93-8B53-0D9F-883A-0837BC8C4F94}" dt="2026-09-07T09:43:46.211" v="1"/>
        <pc:sldMkLst>
          <pc:docMk/>
          <pc:sldMk cId="224834177" sldId="340"/>
        </pc:sldMkLst>
      </pc:sldChg>
    </pc:docChg>
  </pc:docChgLst>
  <pc:docChgLst>
    <pc:chgData name="Yuvaraj PK" userId="S::yuvaraj@visionempowertrust.org::ee70df89-fbc9-4364-93c2-901918c82222" providerId="AD" clId="Web-{D3D64C94-A143-3F69-3E4B-A08021E04189}"/>
    <pc:docChg chg="modSld">
      <pc:chgData name="Yuvaraj PK" userId="S::yuvaraj@visionempowertrust.org::ee70df89-fbc9-4364-93c2-901918c82222" providerId="AD" clId="Web-{D3D64C94-A143-3F69-3E4B-A08021E04189}" dt="2026-08-25T15:45:22.912" v="3" actId="1076"/>
      <pc:docMkLst>
        <pc:docMk/>
      </pc:docMkLst>
    </pc:docChg>
  </pc:docChgLst>
  <pc:docChgLst>
    <pc:chgData name="Meera Muthukrishnan" userId="S::meera@visionempowertrust.org::d828a7ba-2585-4325-b591-73aa0d8f5866" providerId="AD" clId="Web-{C2A5011A-963C-AF20-FB44-BF8B485A72ED}"/>
    <pc:docChg chg="addSld delSld modSld">
      <pc:chgData name="Meera Muthukrishnan" userId="S::meera@visionempowertrust.org::d828a7ba-2585-4325-b591-73aa0d8f5866" providerId="AD" clId="Web-{C2A5011A-963C-AF20-FB44-BF8B485A72ED}" dt="2026-09-01T16:55:17.120" v="127"/>
      <pc:docMkLst>
        <pc:docMk/>
      </pc:docMkLst>
      <pc:sldChg chg="addSp delSp">
        <pc:chgData name="Meera Muthukrishnan" userId="S::meera@visionempowertrust.org::d828a7ba-2585-4325-b591-73aa0d8f5866" providerId="AD" clId="Web-{C2A5011A-963C-AF20-FB44-BF8B485A72ED}" dt="2026-09-01T16:54:58.729" v="124"/>
        <pc:sldMkLst>
          <pc:docMk/>
          <pc:sldMk cId="1479565106" sldId="256"/>
        </pc:sldMkLst>
        <pc:spChg chg="add del">
          <ac:chgData name="Meera Muthukrishnan" userId="S::meera@visionempowertrust.org::d828a7ba-2585-4325-b591-73aa0d8f5866" providerId="AD" clId="Web-{C2A5011A-963C-AF20-FB44-BF8B485A72ED}" dt="2026-09-01T16:54:58.729" v="122"/>
          <ac:spMkLst>
            <pc:docMk/>
            <pc:sldMk cId="1479565106" sldId="256"/>
            <ac:spMk id="4" creationId="{AB3DCA17-06EC-8695-8230-CE2D1583EB49}"/>
          </ac:spMkLst>
        </pc:spChg>
        <pc:picChg chg="add del">
          <ac:chgData name="Meera Muthukrishnan" userId="S::meera@visionempowertrust.org::d828a7ba-2585-4325-b591-73aa0d8f5866" providerId="AD" clId="Web-{C2A5011A-963C-AF20-FB44-BF8B485A72ED}" dt="2026-09-01T16:54:58.729" v="123"/>
          <ac:picMkLst>
            <pc:docMk/>
            <pc:sldMk cId="1479565106" sldId="256"/>
            <ac:picMk id="5" creationId="{8F632B84-A3E8-097F-7CEF-455705C51393}"/>
          </ac:picMkLst>
        </pc:picChg>
        <pc:picChg chg="add del">
          <ac:chgData name="Meera Muthukrishnan" userId="S::meera@visionempowertrust.org::d828a7ba-2585-4325-b591-73aa0d8f5866" providerId="AD" clId="Web-{C2A5011A-963C-AF20-FB44-BF8B485A72ED}" dt="2026-09-01T16:54:58.729" v="124"/>
          <ac:picMkLst>
            <pc:docMk/>
            <pc:sldMk cId="1479565106" sldId="256"/>
            <ac:picMk id="7" creationId="{ACE1CDDB-276E-EFDC-9A71-AE2F576A1A68}"/>
          </ac:picMkLst>
        </pc:picChg>
      </pc:sldChg>
      <pc:sldChg chg="modSp add del">
        <pc:chgData name="Meera Muthukrishnan" userId="S::meera@visionempowertrust.org::d828a7ba-2585-4325-b591-73aa0d8f5866" providerId="AD" clId="Web-{C2A5011A-963C-AF20-FB44-BF8B485A72ED}" dt="2026-09-01T16:54:49.151" v="118" actId="20577"/>
        <pc:sldMkLst>
          <pc:docMk/>
          <pc:sldMk cId="2984929156" sldId="276"/>
        </pc:sldMkLst>
        <pc:spChg chg="mod">
          <ac:chgData name="Meera Muthukrishnan" userId="S::meera@visionempowertrust.org::d828a7ba-2585-4325-b591-73aa0d8f5866" providerId="AD" clId="Web-{C2A5011A-963C-AF20-FB44-BF8B485A72ED}" dt="2026-09-01T16:54:49.151" v="118" actId="20577"/>
          <ac:spMkLst>
            <pc:docMk/>
            <pc:sldMk cId="2984929156" sldId="276"/>
            <ac:spMk id="2" creationId="{B51F66CF-5CD1-E529-B366-175A3920FC2C}"/>
          </ac:spMkLst>
        </pc:spChg>
      </pc:sldChg>
      <pc:sldChg chg="addSp">
        <pc:chgData name="Meera Muthukrishnan" userId="S::meera@visionempowertrust.org::d828a7ba-2585-4325-b591-73aa0d8f5866" providerId="AD" clId="Web-{C2A5011A-963C-AF20-FB44-BF8B485A72ED}" dt="2026-09-01T16:55:17.120" v="127"/>
        <pc:sldMkLst>
          <pc:docMk/>
          <pc:sldMk cId="698394219" sldId="290"/>
        </pc:sldMkLst>
        <pc:spChg chg="add">
          <ac:chgData name="Meera Muthukrishnan" userId="S::meera@visionempowertrust.org::d828a7ba-2585-4325-b591-73aa0d8f5866" providerId="AD" clId="Web-{C2A5011A-963C-AF20-FB44-BF8B485A72ED}" dt="2026-09-01T16:55:17.088" v="125"/>
          <ac:spMkLst>
            <pc:docMk/>
            <pc:sldMk cId="698394219" sldId="290"/>
            <ac:spMk id="4" creationId="{207A718D-36F4-EEB5-F26A-650B2BD61298}"/>
          </ac:spMkLst>
        </pc:spChg>
        <pc:picChg chg="add">
          <ac:chgData name="Meera Muthukrishnan" userId="S::meera@visionempowertrust.org::d828a7ba-2585-4325-b591-73aa0d8f5866" providerId="AD" clId="Web-{C2A5011A-963C-AF20-FB44-BF8B485A72ED}" dt="2026-09-01T16:55:17.104" v="126"/>
          <ac:picMkLst>
            <pc:docMk/>
            <pc:sldMk cId="698394219" sldId="290"/>
            <ac:picMk id="6" creationId="{BDD6ADFB-94C1-1D12-0935-8A2799AB25A4}"/>
          </ac:picMkLst>
        </pc:picChg>
        <pc:picChg chg="add">
          <ac:chgData name="Meera Muthukrishnan" userId="S::meera@visionempowertrust.org::d828a7ba-2585-4325-b591-73aa0d8f5866" providerId="AD" clId="Web-{C2A5011A-963C-AF20-FB44-BF8B485A72ED}" dt="2026-09-01T16:55:17.120" v="127"/>
          <ac:picMkLst>
            <pc:docMk/>
            <pc:sldMk cId="698394219" sldId="290"/>
            <ac:picMk id="8" creationId="{82157224-8F59-9C4D-5775-FD6CFF57C9AE}"/>
          </ac:picMkLst>
        </pc:picChg>
      </pc:sldChg>
      <pc:sldChg chg="modSp add del">
        <pc:chgData name="Meera Muthukrishnan" userId="S::meera@visionempowertrust.org::d828a7ba-2585-4325-b591-73aa0d8f5866" providerId="AD" clId="Web-{C2A5011A-963C-AF20-FB44-BF8B485A72ED}" dt="2026-09-01T16:54:26.479" v="114"/>
        <pc:sldMkLst>
          <pc:docMk/>
          <pc:sldMk cId="3189162324" sldId="310"/>
        </pc:sldMkLst>
        <pc:spChg chg="mod">
          <ac:chgData name="Meera Muthukrishnan" userId="S::meera@visionempowertrust.org::d828a7ba-2585-4325-b591-73aa0d8f5866" providerId="AD" clId="Web-{C2A5011A-963C-AF20-FB44-BF8B485A72ED}" dt="2026-09-01T16:54:10.088" v="108" actId="20577"/>
          <ac:spMkLst>
            <pc:docMk/>
            <pc:sldMk cId="3189162324" sldId="310"/>
            <ac:spMk id="3" creationId="{08FB7A8F-86FB-2A8E-C214-609D0A9623D3}"/>
          </ac:spMkLst>
        </pc:spChg>
      </pc:sldChg>
      <pc:sldChg chg="modSp add del">
        <pc:chgData name="Meera Muthukrishnan" userId="S::meera@visionempowertrust.org::d828a7ba-2585-4325-b591-73aa0d8f5866" providerId="AD" clId="Web-{C2A5011A-963C-AF20-FB44-BF8B485A72ED}" dt="2026-09-01T16:54:26.448" v="113"/>
        <pc:sldMkLst>
          <pc:docMk/>
          <pc:sldMk cId="3527140876" sldId="324"/>
        </pc:sldMkLst>
        <pc:spChg chg="mod">
          <ac:chgData name="Meera Muthukrishnan" userId="S::meera@visionempowertrust.org::d828a7ba-2585-4325-b591-73aa0d8f5866" providerId="AD" clId="Web-{C2A5011A-963C-AF20-FB44-BF8B485A72ED}" dt="2026-09-01T15:58:53.744" v="29" actId="20577"/>
          <ac:spMkLst>
            <pc:docMk/>
            <pc:sldMk cId="3527140876" sldId="324"/>
            <ac:spMk id="2" creationId="{328E485D-E706-0045-1F6C-5C6B05D64665}"/>
          </ac:spMkLst>
        </pc:spChg>
      </pc:sldChg>
      <pc:sldChg chg="add">
        <pc:chgData name="Meera Muthukrishnan" userId="S::meera@visionempowertrust.org::d828a7ba-2585-4325-b591-73aa0d8f5866" providerId="AD" clId="Web-{C2A5011A-963C-AF20-FB44-BF8B485A72ED}" dt="2026-09-01T15:55:37.666" v="16"/>
        <pc:sldMkLst>
          <pc:docMk/>
          <pc:sldMk cId="3894709504" sldId="333"/>
        </pc:sldMkLst>
      </pc:sldChg>
      <pc:sldChg chg="modSp add">
        <pc:chgData name="Meera Muthukrishnan" userId="S::meera@visionempowertrust.org::d828a7ba-2585-4325-b591-73aa0d8f5866" providerId="AD" clId="Web-{C2A5011A-963C-AF20-FB44-BF8B485A72ED}" dt="2026-09-01T15:55:59.619" v="21" actId="20577"/>
        <pc:sldMkLst>
          <pc:docMk/>
          <pc:sldMk cId="907765373" sldId="334"/>
        </pc:sldMkLst>
        <pc:spChg chg="mod">
          <ac:chgData name="Meera Muthukrishnan" userId="S::meera@visionempowertrust.org::d828a7ba-2585-4325-b591-73aa0d8f5866" providerId="AD" clId="Web-{C2A5011A-963C-AF20-FB44-BF8B485A72ED}" dt="2026-09-01T15:55:59.619" v="21" actId="20577"/>
          <ac:spMkLst>
            <pc:docMk/>
            <pc:sldMk cId="907765373" sldId="334"/>
            <ac:spMk id="2" creationId="{AD90B68A-F2F4-B81B-74E6-91C4D3BD866E}"/>
          </ac:spMkLst>
        </pc:spChg>
      </pc:sldChg>
      <pc:sldChg chg="add">
        <pc:chgData name="Meera Muthukrishnan" userId="S::meera@visionempowertrust.org::d828a7ba-2585-4325-b591-73aa0d8f5866" providerId="AD" clId="Web-{C2A5011A-963C-AF20-FB44-BF8B485A72ED}" dt="2026-09-01T16:15:17.821" v="30"/>
        <pc:sldMkLst>
          <pc:docMk/>
          <pc:sldMk cId="2832651535" sldId="336"/>
        </pc:sldMkLst>
      </pc:sldChg>
      <pc:sldChg chg="add">
        <pc:chgData name="Meera Muthukrishnan" userId="S::meera@visionempowertrust.org::d828a7ba-2585-4325-b591-73aa0d8f5866" providerId="AD" clId="Web-{C2A5011A-963C-AF20-FB44-BF8B485A72ED}" dt="2026-09-01T16:15:17.836" v="31"/>
        <pc:sldMkLst>
          <pc:docMk/>
          <pc:sldMk cId="2759380467" sldId="337"/>
        </pc:sldMkLst>
      </pc:sldChg>
      <pc:sldChg chg="add">
        <pc:chgData name="Meera Muthukrishnan" userId="S::meera@visionempowertrust.org::d828a7ba-2585-4325-b591-73aa0d8f5866" providerId="AD" clId="Web-{C2A5011A-963C-AF20-FB44-BF8B485A72ED}" dt="2026-09-01T16:26:34.070" v="78"/>
        <pc:sldMkLst>
          <pc:docMk/>
          <pc:sldMk cId="2275464794" sldId="338"/>
        </pc:sldMkLst>
      </pc:sldChg>
      <pc:sldChg chg="add">
        <pc:chgData name="Meera Muthukrishnan" userId="S::meera@visionempowertrust.org::d828a7ba-2585-4325-b591-73aa0d8f5866" providerId="AD" clId="Web-{C2A5011A-963C-AF20-FB44-BF8B485A72ED}" dt="2026-09-01T16:52:58.229" v="104"/>
        <pc:sldMkLst>
          <pc:docMk/>
          <pc:sldMk cId="2162389052" sldId="339"/>
        </pc:sldMkLst>
      </pc:sldChg>
    </pc:docChg>
  </pc:docChgLst>
  <pc:docChgLst>
    <pc:chgData name="Yuvaraj PK" userId="S::yuvaraj@visionempowertrust.org::ee70df89-fbc9-4364-93c2-901918c82222" providerId="AD" clId="Web-{9232F8D0-95FA-3068-76BF-FC34C1542B22}"/>
    <pc:docChg chg="addSld delSld modSld">
      <pc:chgData name="Yuvaraj PK" userId="S::yuvaraj@visionempowertrust.org::ee70df89-fbc9-4364-93c2-901918c82222" providerId="AD" clId="Web-{9232F8D0-95FA-3068-76BF-FC34C1542B22}" dt="2026-08-28T09:23:39.086" v="207" actId="1076"/>
      <pc:docMkLst>
        <pc:docMk/>
      </pc:docMkLst>
      <pc:sldChg chg="modSp">
        <pc:chgData name="Yuvaraj PK" userId="S::yuvaraj@visionempowertrust.org::ee70df89-fbc9-4364-93c2-901918c82222" providerId="AD" clId="Web-{9232F8D0-95FA-3068-76BF-FC34C1542B22}" dt="2026-08-28T09:21:32.790" v="192" actId="1076"/>
        <pc:sldMkLst>
          <pc:docMk/>
          <pc:sldMk cId="0" sldId="260"/>
        </pc:sldMkLst>
        <pc:spChg chg="mod">
          <ac:chgData name="Yuvaraj PK" userId="S::yuvaraj@visionempowertrust.org::ee70df89-fbc9-4364-93c2-901918c82222" providerId="AD" clId="Web-{9232F8D0-95FA-3068-76BF-FC34C1542B22}" dt="2026-08-28T09:21:24.853" v="191" actId="1076"/>
          <ac:spMkLst>
            <pc:docMk/>
            <pc:sldMk cId="0" sldId="260"/>
            <ac:spMk id="2" creationId="{00000000-0000-0000-0000-000000000000}"/>
          </ac:spMkLst>
        </pc:spChg>
        <pc:spChg chg="mod">
          <ac:chgData name="Yuvaraj PK" userId="S::yuvaraj@visionempowertrust.org::ee70df89-fbc9-4364-93c2-901918c82222" providerId="AD" clId="Web-{9232F8D0-95FA-3068-76BF-FC34C1542B22}" dt="2026-08-28T09:21:32.790" v="192" actId="1076"/>
          <ac:spMkLst>
            <pc:docMk/>
            <pc:sldMk cId="0" sldId="260"/>
            <ac:spMk id="3" creationId="{00000000-0000-0000-0000-000000000000}"/>
          </ac:spMkLst>
        </pc:spChg>
      </pc:sldChg>
      <pc:sldChg chg="modSp">
        <pc:chgData name="Yuvaraj PK" userId="S::yuvaraj@visionempowertrust.org::ee70df89-fbc9-4364-93c2-901918c82222" providerId="AD" clId="Web-{9232F8D0-95FA-3068-76BF-FC34C1542B22}" dt="2026-08-28T08:58:50.782" v="86" actId="20577"/>
        <pc:sldMkLst>
          <pc:docMk/>
          <pc:sldMk cId="248961299" sldId="262"/>
        </pc:sldMkLst>
        <pc:spChg chg="mod">
          <ac:chgData name="Yuvaraj PK" userId="S::yuvaraj@visionempowertrust.org::ee70df89-fbc9-4364-93c2-901918c82222" providerId="AD" clId="Web-{9232F8D0-95FA-3068-76BF-FC34C1542B22}" dt="2026-08-28T08:58:50.782" v="86" actId="20577"/>
          <ac:spMkLst>
            <pc:docMk/>
            <pc:sldMk cId="248961299" sldId="262"/>
            <ac:spMk id="2" creationId="{D04476FF-652A-988E-A326-EFA26F355948}"/>
          </ac:spMkLst>
        </pc:spChg>
      </pc:sldChg>
      <pc:sldChg chg="modSp">
        <pc:chgData name="Yuvaraj PK" userId="S::yuvaraj@visionempowertrust.org::ee70df89-fbc9-4364-93c2-901918c82222" providerId="AD" clId="Web-{9232F8D0-95FA-3068-76BF-FC34C1542B22}" dt="2026-08-28T09:23:03.305" v="201" actId="1076"/>
        <pc:sldMkLst>
          <pc:docMk/>
          <pc:sldMk cId="3518695171" sldId="266"/>
        </pc:sldMkLst>
        <pc:spChg chg="mod">
          <ac:chgData name="Yuvaraj PK" userId="S::yuvaraj@visionempowertrust.org::ee70df89-fbc9-4364-93c2-901918c82222" providerId="AD" clId="Web-{9232F8D0-95FA-3068-76BF-FC34C1542B22}" dt="2026-08-28T09:23:03.305" v="201" actId="1076"/>
          <ac:spMkLst>
            <pc:docMk/>
            <pc:sldMk cId="3518695171" sldId="266"/>
            <ac:spMk id="2" creationId="{00000000-0000-0000-0000-000000000000}"/>
          </ac:spMkLst>
        </pc:spChg>
        <pc:spChg chg="mod">
          <ac:chgData name="Yuvaraj PK" userId="S::yuvaraj@visionempowertrust.org::ee70df89-fbc9-4364-93c2-901918c82222" providerId="AD" clId="Web-{9232F8D0-95FA-3068-76BF-FC34C1542B22}" dt="2026-08-28T09:15:35.495" v="172" actId="20577"/>
          <ac:spMkLst>
            <pc:docMk/>
            <pc:sldMk cId="3518695171" sldId="266"/>
            <ac:spMk id="3" creationId="{00000000-0000-0000-0000-000000000000}"/>
          </ac:spMkLst>
        </pc:spChg>
      </pc:sldChg>
      <pc:sldChg chg="modSp">
        <pc:chgData name="Yuvaraj PK" userId="S::yuvaraj@visionempowertrust.org::ee70df89-fbc9-4364-93c2-901918c82222" providerId="AD" clId="Web-{9232F8D0-95FA-3068-76BF-FC34C1542B22}" dt="2026-08-28T08:58:41.001" v="85" actId="20577"/>
        <pc:sldMkLst>
          <pc:docMk/>
          <pc:sldMk cId="3556693359" sldId="291"/>
        </pc:sldMkLst>
        <pc:spChg chg="mod">
          <ac:chgData name="Yuvaraj PK" userId="S::yuvaraj@visionempowertrust.org::ee70df89-fbc9-4364-93c2-901918c82222" providerId="AD" clId="Web-{9232F8D0-95FA-3068-76BF-FC34C1542B22}" dt="2026-08-28T08:58:41.001" v="85" actId="20577"/>
          <ac:spMkLst>
            <pc:docMk/>
            <pc:sldMk cId="3556693359" sldId="291"/>
            <ac:spMk id="2" creationId="{64ED0AD0-2814-FC63-8EAE-233569CA88E0}"/>
          </ac:spMkLst>
        </pc:spChg>
        <pc:spChg chg="mod">
          <ac:chgData name="Yuvaraj PK" userId="S::yuvaraj@visionempowertrust.org::ee70df89-fbc9-4364-93c2-901918c82222" providerId="AD" clId="Web-{9232F8D0-95FA-3068-76BF-FC34C1542B22}" dt="2026-08-28T08:58:33.688" v="84" actId="20577"/>
          <ac:spMkLst>
            <pc:docMk/>
            <pc:sldMk cId="3556693359" sldId="291"/>
            <ac:spMk id="3" creationId="{6A845287-D069-0D1E-0AEE-E159B1BEF503}"/>
          </ac:spMkLst>
        </pc:spChg>
      </pc:sldChg>
      <pc:sldChg chg="modSp">
        <pc:chgData name="Yuvaraj PK" userId="S::yuvaraj@visionempowertrust.org::ee70df89-fbc9-4364-93c2-901918c82222" providerId="AD" clId="Web-{9232F8D0-95FA-3068-76BF-FC34C1542B22}" dt="2026-08-28T09:01:44.125" v="89" actId="20577"/>
        <pc:sldMkLst>
          <pc:docMk/>
          <pc:sldMk cId="1645687284" sldId="297"/>
        </pc:sldMkLst>
        <pc:spChg chg="mod">
          <ac:chgData name="Yuvaraj PK" userId="S::yuvaraj@visionempowertrust.org::ee70df89-fbc9-4364-93c2-901918c82222" providerId="AD" clId="Web-{9232F8D0-95FA-3068-76BF-FC34C1542B22}" dt="2026-08-28T09:01:44.125" v="89" actId="20577"/>
          <ac:spMkLst>
            <pc:docMk/>
            <pc:sldMk cId="1645687284" sldId="297"/>
            <ac:spMk id="2" creationId="{B59D0C3F-7D00-7254-E1E1-869D31757474}"/>
          </ac:spMkLst>
        </pc:spChg>
        <pc:spChg chg="mod">
          <ac:chgData name="Yuvaraj PK" userId="S::yuvaraj@visionempowertrust.org::ee70df89-fbc9-4364-93c2-901918c82222" providerId="AD" clId="Web-{9232F8D0-95FA-3068-76BF-FC34C1542B22}" dt="2026-08-28T09:01:29.750" v="88" actId="20577"/>
          <ac:spMkLst>
            <pc:docMk/>
            <pc:sldMk cId="1645687284" sldId="297"/>
            <ac:spMk id="3" creationId="{EB6F39C0-4ACA-F40E-12BA-265D7DDC2FB3}"/>
          </ac:spMkLst>
        </pc:spChg>
      </pc:sldChg>
      <pc:sldChg chg="modSp">
        <pc:chgData name="Yuvaraj PK" userId="S::yuvaraj@visionempowertrust.org::ee70df89-fbc9-4364-93c2-901918c82222" providerId="AD" clId="Web-{9232F8D0-95FA-3068-76BF-FC34C1542B22}" dt="2026-08-28T09:04:12.108" v="95" actId="14100"/>
        <pc:sldMkLst>
          <pc:docMk/>
          <pc:sldMk cId="3189162324" sldId="310"/>
        </pc:sldMkLst>
        <pc:spChg chg="mod">
          <ac:chgData name="Yuvaraj PK" userId="S::yuvaraj@visionempowertrust.org::ee70df89-fbc9-4364-93c2-901918c82222" providerId="AD" clId="Web-{9232F8D0-95FA-3068-76BF-FC34C1542B22}" dt="2026-08-28T09:04:12.108" v="95" actId="14100"/>
          <ac:spMkLst>
            <pc:docMk/>
            <pc:sldMk cId="3189162324" sldId="310"/>
            <ac:spMk id="3" creationId="{08FB7A8F-86FB-2A8E-C214-609D0A9623D3}"/>
          </ac:spMkLst>
        </pc:spChg>
      </pc:sldChg>
      <pc:sldChg chg="modSp">
        <pc:chgData name="Yuvaraj PK" userId="S::yuvaraj@visionempowertrust.org::ee70df89-fbc9-4364-93c2-901918c82222" providerId="AD" clId="Web-{9232F8D0-95FA-3068-76BF-FC34C1542B22}" dt="2026-08-28T08:58:10.017" v="83" actId="1076"/>
        <pc:sldMkLst>
          <pc:docMk/>
          <pc:sldMk cId="3140234311" sldId="311"/>
        </pc:sldMkLst>
        <pc:spChg chg="mod">
          <ac:chgData name="Yuvaraj PK" userId="S::yuvaraj@visionempowertrust.org::ee70df89-fbc9-4364-93c2-901918c82222" providerId="AD" clId="Web-{9232F8D0-95FA-3068-76BF-FC34C1542B22}" dt="2026-08-28T08:56:40.923" v="72" actId="20577"/>
          <ac:spMkLst>
            <pc:docMk/>
            <pc:sldMk cId="3140234311" sldId="311"/>
            <ac:spMk id="4" creationId="{BDB8D514-E869-2EB5-26AB-0D94577B9273}"/>
          </ac:spMkLst>
        </pc:spChg>
        <pc:spChg chg="mod">
          <ac:chgData name="Yuvaraj PK" userId="S::yuvaraj@visionempowertrust.org::ee70df89-fbc9-4364-93c2-901918c82222" providerId="AD" clId="Web-{9232F8D0-95FA-3068-76BF-FC34C1542B22}" dt="2026-08-28T08:56:58.220" v="74" actId="20577"/>
          <ac:spMkLst>
            <pc:docMk/>
            <pc:sldMk cId="3140234311" sldId="311"/>
            <ac:spMk id="5" creationId="{A0216924-750A-06B0-8385-5B4D25971705}"/>
          </ac:spMkLst>
        </pc:spChg>
        <pc:spChg chg="mod">
          <ac:chgData name="Yuvaraj PK" userId="S::yuvaraj@visionempowertrust.org::ee70df89-fbc9-4364-93c2-901918c82222" providerId="AD" clId="Web-{9232F8D0-95FA-3068-76BF-FC34C1542B22}" dt="2026-08-28T08:57:56.267" v="81" actId="1076"/>
          <ac:spMkLst>
            <pc:docMk/>
            <pc:sldMk cId="3140234311" sldId="311"/>
            <ac:spMk id="6" creationId="{78E6F5A6-DF5F-0E05-E7E4-CF80D4A55E79}"/>
          </ac:spMkLst>
        </pc:spChg>
        <pc:spChg chg="mod">
          <ac:chgData name="Yuvaraj PK" userId="S::yuvaraj@visionempowertrust.org::ee70df89-fbc9-4364-93c2-901918c82222" providerId="AD" clId="Web-{9232F8D0-95FA-3068-76BF-FC34C1542B22}" dt="2026-08-28T08:58:01.579" v="82" actId="1076"/>
          <ac:spMkLst>
            <pc:docMk/>
            <pc:sldMk cId="3140234311" sldId="311"/>
            <ac:spMk id="8" creationId="{90D59910-E6E3-D288-72D9-CBA618306DAD}"/>
          </ac:spMkLst>
        </pc:spChg>
        <pc:spChg chg="mod">
          <ac:chgData name="Yuvaraj PK" userId="S::yuvaraj@visionempowertrust.org::ee70df89-fbc9-4364-93c2-901918c82222" providerId="AD" clId="Web-{9232F8D0-95FA-3068-76BF-FC34C1542B22}" dt="2026-08-28T08:58:10.017" v="83" actId="1076"/>
          <ac:spMkLst>
            <pc:docMk/>
            <pc:sldMk cId="3140234311" sldId="311"/>
            <ac:spMk id="9" creationId="{D221A0E7-D986-B719-4108-9CC04F47964C}"/>
          </ac:spMkLst>
        </pc:spChg>
      </pc:sldChg>
      <pc:sldChg chg="modSp">
        <pc:chgData name="Yuvaraj PK" userId="S::yuvaraj@visionempowertrust.org::ee70df89-fbc9-4364-93c2-901918c82222" providerId="AD" clId="Web-{9232F8D0-95FA-3068-76BF-FC34C1542B22}" dt="2026-08-28T09:23:39.086" v="207" actId="1076"/>
        <pc:sldMkLst>
          <pc:docMk/>
          <pc:sldMk cId="4102939466" sldId="319"/>
        </pc:sldMkLst>
        <pc:spChg chg="mod">
          <ac:chgData name="Yuvaraj PK" userId="S::yuvaraj@visionempowertrust.org::ee70df89-fbc9-4364-93c2-901918c82222" providerId="AD" clId="Web-{9232F8D0-95FA-3068-76BF-FC34C1542B22}" dt="2026-08-28T09:23:39.086" v="207" actId="1076"/>
          <ac:spMkLst>
            <pc:docMk/>
            <pc:sldMk cId="4102939466" sldId="319"/>
            <ac:spMk id="2" creationId="{A818AB43-D07D-B15A-D9DC-F3633BF55C80}"/>
          </ac:spMkLst>
        </pc:spChg>
        <pc:spChg chg="mod">
          <ac:chgData name="Yuvaraj PK" userId="S::yuvaraj@visionempowertrust.org::ee70df89-fbc9-4364-93c2-901918c82222" providerId="AD" clId="Web-{9232F8D0-95FA-3068-76BF-FC34C1542B22}" dt="2026-08-28T09:20:14.166" v="187" actId="20577"/>
          <ac:spMkLst>
            <pc:docMk/>
            <pc:sldMk cId="4102939466" sldId="319"/>
            <ac:spMk id="3" creationId="{EB43DA33-6459-01A7-B336-6CE11A7B1F86}"/>
          </ac:spMkLst>
        </pc:spChg>
      </pc:sldChg>
      <pc:sldChg chg="modSp">
        <pc:chgData name="Yuvaraj PK" userId="S::yuvaraj@visionempowertrust.org::ee70df89-fbc9-4364-93c2-901918c82222" providerId="AD" clId="Web-{9232F8D0-95FA-3068-76BF-FC34C1542B22}" dt="2026-08-28T09:01:57.312" v="90" actId="1076"/>
        <pc:sldMkLst>
          <pc:docMk/>
          <pc:sldMk cId="2991156870" sldId="321"/>
        </pc:sldMkLst>
        <pc:spChg chg="mod">
          <ac:chgData name="Yuvaraj PK" userId="S::yuvaraj@visionempowertrust.org::ee70df89-fbc9-4364-93c2-901918c82222" providerId="AD" clId="Web-{9232F8D0-95FA-3068-76BF-FC34C1542B22}" dt="2026-08-28T09:01:57.312" v="90" actId="1076"/>
          <ac:spMkLst>
            <pc:docMk/>
            <pc:sldMk cId="2991156870" sldId="321"/>
            <ac:spMk id="2" creationId="{2E8EC629-3E1C-C99C-853F-C7E549008AA0}"/>
          </ac:spMkLst>
        </pc:spChg>
      </pc:sldChg>
      <pc:sldChg chg="modSp">
        <pc:chgData name="Yuvaraj PK" userId="S::yuvaraj@visionempowertrust.org::ee70df89-fbc9-4364-93c2-901918c82222" providerId="AD" clId="Web-{9232F8D0-95FA-3068-76BF-FC34C1542B22}" dt="2026-08-28T09:04:21.046" v="96" actId="14100"/>
        <pc:sldMkLst>
          <pc:docMk/>
          <pc:sldMk cId="3527140876" sldId="324"/>
        </pc:sldMkLst>
        <pc:spChg chg="mod">
          <ac:chgData name="Yuvaraj PK" userId="S::yuvaraj@visionempowertrust.org::ee70df89-fbc9-4364-93c2-901918c82222" providerId="AD" clId="Web-{9232F8D0-95FA-3068-76BF-FC34C1542B22}" dt="2026-08-28T09:04:21.046" v="96" actId="14100"/>
          <ac:spMkLst>
            <pc:docMk/>
            <pc:sldMk cId="3527140876" sldId="324"/>
            <ac:spMk id="3" creationId="{E5BF03D7-2B0B-036B-E6D4-208DCBDDA8B5}"/>
          </ac:spMkLst>
        </pc:spChg>
      </pc:sldChg>
      <pc:sldChg chg="modSp add">
        <pc:chgData name="Yuvaraj PK" userId="S::yuvaraj@visionempowertrust.org::ee70df89-fbc9-4364-93c2-901918c82222" providerId="AD" clId="Web-{9232F8D0-95FA-3068-76BF-FC34C1542B22}" dt="2026-08-28T09:21:04.759" v="188" actId="1076"/>
        <pc:sldMkLst>
          <pc:docMk/>
          <pc:sldMk cId="110348443" sldId="327"/>
        </pc:sldMkLst>
        <pc:spChg chg="mod">
          <ac:chgData name="Yuvaraj PK" userId="S::yuvaraj@visionempowertrust.org::ee70df89-fbc9-4364-93c2-901918c82222" providerId="AD" clId="Web-{9232F8D0-95FA-3068-76BF-FC34C1542B22}" dt="2026-08-28T09:21:04.759" v="188" actId="1076"/>
          <ac:spMkLst>
            <pc:docMk/>
            <pc:sldMk cId="110348443" sldId="327"/>
            <ac:spMk id="2" creationId="{00000000-0000-0000-0000-000000000000}"/>
          </ac:spMkLst>
        </pc:spChg>
      </pc:sldChg>
      <pc:sldChg chg="modSp add">
        <pc:chgData name="Yuvaraj PK" userId="S::yuvaraj@visionempowertrust.org::ee70df89-fbc9-4364-93c2-901918c82222" providerId="AD" clId="Web-{9232F8D0-95FA-3068-76BF-FC34C1542B22}" dt="2026-08-28T09:22:19.274" v="194" actId="20577"/>
        <pc:sldMkLst>
          <pc:docMk/>
          <pc:sldMk cId="3154985157" sldId="328"/>
        </pc:sldMkLst>
        <pc:spChg chg="mod">
          <ac:chgData name="Yuvaraj PK" userId="S::yuvaraj@visionempowertrust.org::ee70df89-fbc9-4364-93c2-901918c82222" providerId="AD" clId="Web-{9232F8D0-95FA-3068-76BF-FC34C1542B22}" dt="2026-08-28T09:11:18.372" v="139" actId="1076"/>
          <ac:spMkLst>
            <pc:docMk/>
            <pc:sldMk cId="3154985157" sldId="328"/>
            <ac:spMk id="9" creationId="{74D3AF4B-831E-38AE-1BA9-8C2B9E70BD00}"/>
          </ac:spMkLst>
        </pc:spChg>
        <pc:spChg chg="mod">
          <ac:chgData name="Yuvaraj PK" userId="S::yuvaraj@visionempowertrust.org::ee70df89-fbc9-4364-93c2-901918c82222" providerId="AD" clId="Web-{9232F8D0-95FA-3068-76BF-FC34C1542B22}" dt="2026-08-28T09:22:19.274" v="194" actId="20577"/>
          <ac:spMkLst>
            <pc:docMk/>
            <pc:sldMk cId="3154985157" sldId="328"/>
            <ac:spMk id="10" creationId="{AE37162A-B151-821E-3359-B335E2918BEF}"/>
          </ac:spMkLst>
        </pc:spChg>
      </pc:sldChg>
      <pc:sldChg chg="modSp add">
        <pc:chgData name="Yuvaraj PK" userId="S::yuvaraj@visionempowertrust.org::ee70df89-fbc9-4364-93c2-901918c82222" providerId="AD" clId="Web-{9232F8D0-95FA-3068-76BF-FC34C1542B22}" dt="2026-08-28T09:22:26.556" v="195" actId="20577"/>
        <pc:sldMkLst>
          <pc:docMk/>
          <pc:sldMk cId="1619393274" sldId="329"/>
        </pc:sldMkLst>
        <pc:spChg chg="mod">
          <ac:chgData name="Yuvaraj PK" userId="S::yuvaraj@visionempowertrust.org::ee70df89-fbc9-4364-93c2-901918c82222" providerId="AD" clId="Web-{9232F8D0-95FA-3068-76BF-FC34C1542B22}" dt="2026-08-28T09:22:26.556" v="195" actId="20577"/>
          <ac:spMkLst>
            <pc:docMk/>
            <pc:sldMk cId="1619393274" sldId="329"/>
            <ac:spMk id="2" creationId="{00000000-0000-0000-0000-000000000000}"/>
          </ac:spMkLst>
        </pc:spChg>
      </pc:sldChg>
      <pc:sldChg chg="modSp add">
        <pc:chgData name="Yuvaraj PK" userId="S::yuvaraj@visionempowertrust.org::ee70df89-fbc9-4364-93c2-901918c82222" providerId="AD" clId="Web-{9232F8D0-95FA-3068-76BF-FC34C1542B22}" dt="2026-08-28T09:22:34.321" v="196" actId="20577"/>
        <pc:sldMkLst>
          <pc:docMk/>
          <pc:sldMk cId="4117857412" sldId="330"/>
        </pc:sldMkLst>
        <pc:spChg chg="mod">
          <ac:chgData name="Yuvaraj PK" userId="S::yuvaraj@visionempowertrust.org::ee70df89-fbc9-4364-93c2-901918c82222" providerId="AD" clId="Web-{9232F8D0-95FA-3068-76BF-FC34C1542B22}" dt="2026-08-28T09:22:34.321" v="196" actId="20577"/>
          <ac:spMkLst>
            <pc:docMk/>
            <pc:sldMk cId="4117857412" sldId="330"/>
            <ac:spMk id="2" creationId="{00000000-0000-0000-0000-000000000000}"/>
          </ac:spMkLst>
        </pc:spChg>
      </pc:sldChg>
      <pc:sldChg chg="modSp add">
        <pc:chgData name="Yuvaraj PK" userId="S::yuvaraj@visionempowertrust.org::ee70df89-fbc9-4364-93c2-901918c82222" providerId="AD" clId="Web-{9232F8D0-95FA-3068-76BF-FC34C1542B22}" dt="2026-08-28T09:22:39.259" v="197" actId="20577"/>
        <pc:sldMkLst>
          <pc:docMk/>
          <pc:sldMk cId="2140360492" sldId="331"/>
        </pc:sldMkLst>
        <pc:spChg chg="mod">
          <ac:chgData name="Yuvaraj PK" userId="S::yuvaraj@visionempowertrust.org::ee70df89-fbc9-4364-93c2-901918c82222" providerId="AD" clId="Web-{9232F8D0-95FA-3068-76BF-FC34C1542B22}" dt="2026-08-28T09:22:39.259" v="197" actId="20577"/>
          <ac:spMkLst>
            <pc:docMk/>
            <pc:sldMk cId="2140360492" sldId="331"/>
            <ac:spMk id="2" creationId="{00000000-0000-0000-0000-000000000000}"/>
          </ac:spMkLst>
        </pc:spChg>
      </pc:sldChg>
      <pc:sldChg chg="add">
        <pc:chgData name="Yuvaraj PK" userId="S::yuvaraj@visionempowertrust.org::ee70df89-fbc9-4364-93c2-901918c82222" providerId="AD" clId="Web-{9232F8D0-95FA-3068-76BF-FC34C1542B22}" dt="2026-08-28T09:12:29.762" v="145"/>
        <pc:sldMkLst>
          <pc:docMk/>
          <pc:sldMk cId="759961348" sldId="332"/>
        </pc:sldMkLst>
      </pc:sldChg>
    </pc:docChg>
  </pc:docChgLst>
  <pc:docChgLst>
    <pc:chgData name="Yuvaraj PK" userId="S::yuvaraj@visionempowertrust.org::ee70df89-fbc9-4364-93c2-901918c82222" providerId="AD" clId="Web-{BF09F2C9-B24B-BC4B-416F-3113A3EE137A}"/>
    <pc:docChg chg="addSld delSld modSld sldOrd">
      <pc:chgData name="Yuvaraj PK" userId="S::yuvaraj@visionempowertrust.org::ee70df89-fbc9-4364-93c2-901918c82222" providerId="AD" clId="Web-{BF09F2C9-B24B-BC4B-416F-3113A3EE137A}" dt="2026-08-21T11:18:59.299" v="94" actId="1076"/>
      <pc:docMkLst>
        <pc:docMk/>
      </pc:docMkLst>
      <pc:sldChg chg="modSp">
        <pc:chgData name="Yuvaraj PK" userId="S::yuvaraj@visionempowertrust.org::ee70df89-fbc9-4364-93c2-901918c82222" providerId="AD" clId="Web-{BF09F2C9-B24B-BC4B-416F-3113A3EE137A}" dt="2026-08-21T11:18:59.299" v="94" actId="1076"/>
        <pc:sldMkLst>
          <pc:docMk/>
          <pc:sldMk cId="1479565106" sldId="256"/>
        </pc:sldMkLst>
        <pc:spChg chg="mod">
          <ac:chgData name="Yuvaraj PK" userId="S::yuvaraj@visionempowertrust.org::ee70df89-fbc9-4364-93c2-901918c82222" providerId="AD" clId="Web-{BF09F2C9-B24B-BC4B-416F-3113A3EE137A}" dt="2026-08-21T11:18:37.737" v="86" actId="1076"/>
          <ac:spMkLst>
            <pc:docMk/>
            <pc:sldMk cId="1479565106" sldId="256"/>
            <ac:spMk id="2" creationId="{45C6063C-3453-9878-D7FB-0560B0FB5D24}"/>
          </ac:spMkLst>
        </pc:spChg>
        <pc:spChg chg="mod">
          <ac:chgData name="Yuvaraj PK" userId="S::yuvaraj@visionempowertrust.org::ee70df89-fbc9-4364-93c2-901918c82222" providerId="AD" clId="Web-{BF09F2C9-B24B-BC4B-416F-3113A3EE137A}" dt="2026-08-21T11:18:44.659" v="88" actId="1076"/>
          <ac:spMkLst>
            <pc:docMk/>
            <pc:sldMk cId="1479565106" sldId="256"/>
            <ac:spMk id="3" creationId="{0A37B741-42E9-DA37-7642-16595A6D170B}"/>
          </ac:spMkLst>
        </pc:spChg>
        <pc:spChg chg="mod">
          <ac:chgData name="Yuvaraj PK" userId="S::yuvaraj@visionempowertrust.org::ee70df89-fbc9-4364-93c2-901918c82222" providerId="AD" clId="Web-{BF09F2C9-B24B-BC4B-416F-3113A3EE137A}" dt="2026-08-21T11:18:57.252" v="93" actId="1076"/>
          <ac:spMkLst>
            <pc:docMk/>
            <pc:sldMk cId="1479565106" sldId="256"/>
            <ac:spMk id="4" creationId="{AB3DCA17-06EC-8695-8230-CE2D1583EB49}"/>
          </ac:spMkLst>
        </pc:spChg>
        <pc:picChg chg="mod">
          <ac:chgData name="Yuvaraj PK" userId="S::yuvaraj@visionempowertrust.org::ee70df89-fbc9-4364-93c2-901918c82222" providerId="AD" clId="Web-{BF09F2C9-B24B-BC4B-416F-3113A3EE137A}" dt="2026-08-21T11:18:59.299" v="94" actId="1076"/>
          <ac:picMkLst>
            <pc:docMk/>
            <pc:sldMk cId="1479565106" sldId="256"/>
            <ac:picMk id="5" creationId="{8F632B84-A3E8-097F-7CEF-455705C51393}"/>
          </ac:picMkLst>
        </pc:picChg>
        <pc:picChg chg="mod">
          <ac:chgData name="Yuvaraj PK" userId="S::yuvaraj@visionempowertrust.org::ee70df89-fbc9-4364-93c2-901918c82222" providerId="AD" clId="Web-{BF09F2C9-B24B-BC4B-416F-3113A3EE137A}" dt="2026-08-21T11:18:55.877" v="92" actId="1076"/>
          <ac:picMkLst>
            <pc:docMk/>
            <pc:sldMk cId="1479565106" sldId="256"/>
            <ac:picMk id="7" creationId="{ACE1CDDB-276E-EFDC-9A71-AE2F576A1A68}"/>
          </ac:picMkLst>
        </pc:picChg>
      </pc:sldChg>
      <pc:sldChg chg="add ord replId">
        <pc:chgData name="Yuvaraj PK" userId="S::yuvaraj@visionempowertrust.org::ee70df89-fbc9-4364-93c2-901918c82222" providerId="AD" clId="Web-{BF09F2C9-B24B-BC4B-416F-3113A3EE137A}" dt="2026-08-21T10:23:38.672" v="2"/>
        <pc:sldMkLst>
          <pc:docMk/>
          <pc:sldMk cId="1388547114" sldId="318"/>
        </pc:sldMkLst>
      </pc:sldChg>
      <pc:sldChg chg="modSp add ord replId">
        <pc:chgData name="Yuvaraj PK" userId="S::yuvaraj@visionempowertrust.org::ee70df89-fbc9-4364-93c2-901918c82222" providerId="AD" clId="Web-{BF09F2C9-B24B-BC4B-416F-3113A3EE137A}" dt="2026-08-21T11:06:33.091" v="61" actId="20577"/>
        <pc:sldMkLst>
          <pc:docMk/>
          <pc:sldMk cId="4102939466" sldId="319"/>
        </pc:sldMkLst>
        <pc:spChg chg="mod">
          <ac:chgData name="Yuvaraj PK" userId="S::yuvaraj@visionempowertrust.org::ee70df89-fbc9-4364-93c2-901918c82222" providerId="AD" clId="Web-{BF09F2C9-B24B-BC4B-416F-3113A3EE137A}" dt="2026-08-21T10:47:30.005" v="19" actId="20577"/>
          <ac:spMkLst>
            <pc:docMk/>
            <pc:sldMk cId="4102939466" sldId="319"/>
            <ac:spMk id="2" creationId="{A818AB43-D07D-B15A-D9DC-F3633BF55C80}"/>
          </ac:spMkLst>
        </pc:spChg>
        <pc:spChg chg="mod">
          <ac:chgData name="Yuvaraj PK" userId="S::yuvaraj@visionempowertrust.org::ee70df89-fbc9-4364-93c2-901918c82222" providerId="AD" clId="Web-{BF09F2C9-B24B-BC4B-416F-3113A3EE137A}" dt="2026-08-21T11:06:33.091" v="61" actId="20577"/>
          <ac:spMkLst>
            <pc:docMk/>
            <pc:sldMk cId="4102939466" sldId="319"/>
            <ac:spMk id="3" creationId="{EB43DA33-6459-01A7-B336-6CE11A7B1F86}"/>
          </ac:spMkLst>
        </pc:spChg>
      </pc:sldChg>
      <pc:sldChg chg="modSp add replId">
        <pc:chgData name="Yuvaraj PK" userId="S::yuvaraj@visionempowertrust.org::ee70df89-fbc9-4364-93c2-901918c82222" providerId="AD" clId="Web-{BF09F2C9-B24B-BC4B-416F-3113A3EE137A}" dt="2026-08-21T11:14:57.673" v="66" actId="20577"/>
        <pc:sldMkLst>
          <pc:docMk/>
          <pc:sldMk cId="848416781" sldId="320"/>
        </pc:sldMkLst>
        <pc:spChg chg="mod">
          <ac:chgData name="Yuvaraj PK" userId="S::yuvaraj@visionempowertrust.org::ee70df89-fbc9-4364-93c2-901918c82222" providerId="AD" clId="Web-{BF09F2C9-B24B-BC4B-416F-3113A3EE137A}" dt="2026-08-21T11:14:57.673" v="66" actId="20577"/>
          <ac:spMkLst>
            <pc:docMk/>
            <pc:sldMk cId="848416781" sldId="320"/>
            <ac:spMk id="2" creationId="{BF15D88B-BD70-215D-4198-DF465F2829A7}"/>
          </ac:spMkLst>
        </pc:spChg>
      </pc:sldChg>
    </pc:docChg>
  </pc:docChgLst>
  <pc:docChgLst>
    <pc:chgData name="Meera Muthukrishnan" userId="S::meera@visionempowertrust.org::d828a7ba-2585-4325-b591-73aa0d8f5866" providerId="AD" clId="Web-{A5173556-C728-31E1-8553-49C238E198D3}"/>
    <pc:docChg chg="addSld delSld modSld">
      <pc:chgData name="Meera Muthukrishnan" userId="S::meera@visionempowertrust.org::d828a7ba-2585-4325-b591-73aa0d8f5866" providerId="AD" clId="Web-{A5173556-C728-31E1-8553-49C238E198D3}" dt="2026-08-26T12:19:57.910" v="31" actId="20577"/>
      <pc:docMkLst>
        <pc:docMk/>
      </pc:docMkLst>
      <pc:sldChg chg="add">
        <pc:chgData name="Meera Muthukrishnan" userId="S::meera@visionempowertrust.org::d828a7ba-2585-4325-b591-73aa0d8f5866" providerId="AD" clId="Web-{A5173556-C728-31E1-8553-49C238E198D3}" dt="2026-08-26T12:19:25.675" v="2"/>
        <pc:sldMkLst>
          <pc:docMk/>
          <pc:sldMk cId="628283639" sldId="286"/>
        </pc:sldMkLst>
      </pc:sldChg>
      <pc:sldChg chg="add">
        <pc:chgData name="Meera Muthukrishnan" userId="S::meera@visionempowertrust.org::d828a7ba-2585-4325-b591-73aa0d8f5866" providerId="AD" clId="Web-{A5173556-C728-31E1-8553-49C238E198D3}" dt="2026-08-26T12:19:25.800" v="5"/>
        <pc:sldMkLst>
          <pc:docMk/>
          <pc:sldMk cId="3189162324" sldId="310"/>
        </pc:sldMkLst>
      </pc:sldChg>
      <pc:sldChg chg="modSp add">
        <pc:chgData name="Meera Muthukrishnan" userId="S::meera@visionempowertrust.org::d828a7ba-2585-4325-b591-73aa0d8f5866" providerId="AD" clId="Web-{A5173556-C728-31E1-8553-49C238E198D3}" dt="2026-08-26T12:19:33.582" v="10" actId="20577"/>
        <pc:sldMkLst>
          <pc:docMk/>
          <pc:sldMk cId="2991156870" sldId="321"/>
        </pc:sldMkLst>
        <pc:spChg chg="mod">
          <ac:chgData name="Meera Muthukrishnan" userId="S::meera@visionempowertrust.org::d828a7ba-2585-4325-b591-73aa0d8f5866" providerId="AD" clId="Web-{A5173556-C728-31E1-8553-49C238E198D3}" dt="2026-08-26T12:19:33.582" v="10" actId="20577"/>
          <ac:spMkLst>
            <pc:docMk/>
            <pc:sldMk cId="2991156870" sldId="321"/>
            <ac:spMk id="2" creationId="{2E8EC629-3E1C-C99C-853F-C7E549008AA0}"/>
          </ac:spMkLst>
        </pc:spChg>
      </pc:sldChg>
      <pc:sldChg chg="add">
        <pc:chgData name="Meera Muthukrishnan" userId="S::meera@visionempowertrust.org::d828a7ba-2585-4325-b591-73aa0d8f5866" providerId="AD" clId="Web-{A5173556-C728-31E1-8553-49C238E198D3}" dt="2026-08-26T12:19:25.644" v="1"/>
        <pc:sldMkLst>
          <pc:docMk/>
          <pc:sldMk cId="2153554663" sldId="322"/>
        </pc:sldMkLst>
      </pc:sldChg>
      <pc:sldChg chg="add">
        <pc:chgData name="Meera Muthukrishnan" userId="S::meera@visionempowertrust.org::d828a7ba-2585-4325-b591-73aa0d8f5866" providerId="AD" clId="Web-{A5173556-C728-31E1-8553-49C238E198D3}" dt="2026-08-26T12:19:25.769" v="4"/>
        <pc:sldMkLst>
          <pc:docMk/>
          <pc:sldMk cId="3527140876" sldId="324"/>
        </pc:sldMkLst>
      </pc:sldChg>
      <pc:sldChg chg="modSp add replId">
        <pc:chgData name="Meera Muthukrishnan" userId="S::meera@visionempowertrust.org::d828a7ba-2585-4325-b591-73aa0d8f5866" providerId="AD" clId="Web-{A5173556-C728-31E1-8553-49C238E198D3}" dt="2026-08-26T12:19:57.910" v="31" actId="20577"/>
        <pc:sldMkLst>
          <pc:docMk/>
          <pc:sldMk cId="1043317139" sldId="325"/>
        </pc:sldMkLst>
        <pc:spChg chg="mod">
          <ac:chgData name="Meera Muthukrishnan" userId="S::meera@visionempowertrust.org::d828a7ba-2585-4325-b591-73aa0d8f5866" providerId="AD" clId="Web-{A5173556-C728-31E1-8553-49C238E198D3}" dt="2026-08-26T12:19:57.910" v="31" actId="20577"/>
          <ac:spMkLst>
            <pc:docMk/>
            <pc:sldMk cId="1043317139" sldId="325"/>
            <ac:spMk id="2" creationId="{689C7E07-81B3-FA7E-F249-6726EF293F1C}"/>
          </ac:spMkLst>
        </pc:spChg>
      </pc:sldChg>
    </pc:docChg>
  </pc:docChgLst>
  <pc:docChgLst>
    <pc:chgData name="Yuvaraj PK" userId="S::yuvaraj@visionempowertrust.org::ee70df89-fbc9-4364-93c2-901918c82222" providerId="AD" clId="Web-{AF0E3291-5D2C-957D-534A-8C9A3EC246FB}"/>
    <pc:docChg chg="addSld delSld modSld">
      <pc:chgData name="Yuvaraj PK" userId="S::yuvaraj@visionempowertrust.org::ee70df89-fbc9-4364-93c2-901918c82222" providerId="AD" clId="Web-{AF0E3291-5D2C-957D-534A-8C9A3EC246FB}" dt="2026-08-21T08:56:51.950" v="584" actId="20577"/>
      <pc:docMkLst>
        <pc:docMk/>
      </pc:docMkLst>
      <pc:sldChg chg="modSp">
        <pc:chgData name="Yuvaraj PK" userId="S::yuvaraj@visionempowertrust.org::ee70df89-fbc9-4364-93c2-901918c82222" providerId="AD" clId="Web-{AF0E3291-5D2C-957D-534A-8C9A3EC246FB}" dt="2026-08-21T08:53:58.446" v="556" actId="20577"/>
        <pc:sldMkLst>
          <pc:docMk/>
          <pc:sldMk cId="2231607292" sldId="272"/>
        </pc:sldMkLst>
        <pc:spChg chg="mod">
          <ac:chgData name="Yuvaraj PK" userId="S::yuvaraj@visionempowertrust.org::ee70df89-fbc9-4364-93c2-901918c82222" providerId="AD" clId="Web-{AF0E3291-5D2C-957D-534A-8C9A3EC246FB}" dt="2026-08-21T08:53:58.446" v="556" actId="20577"/>
          <ac:spMkLst>
            <pc:docMk/>
            <pc:sldMk cId="2231607292" sldId="272"/>
            <ac:spMk id="3" creationId="{52F759CF-4BF7-F2BE-35BB-DB6F58A508E7}"/>
          </ac:spMkLst>
        </pc:spChg>
      </pc:sldChg>
      <pc:sldChg chg="modSp">
        <pc:chgData name="Yuvaraj PK" userId="S::yuvaraj@visionempowertrust.org::ee70df89-fbc9-4364-93c2-901918c82222" providerId="AD" clId="Web-{AF0E3291-5D2C-957D-534A-8C9A3EC246FB}" dt="2026-08-21T08:56:51.950" v="584" actId="20577"/>
        <pc:sldMkLst>
          <pc:docMk/>
          <pc:sldMk cId="3556693359" sldId="291"/>
        </pc:sldMkLst>
        <pc:spChg chg="mod">
          <ac:chgData name="Yuvaraj PK" userId="S::yuvaraj@visionempowertrust.org::ee70df89-fbc9-4364-93c2-901918c82222" providerId="AD" clId="Web-{AF0E3291-5D2C-957D-534A-8C9A3EC246FB}" dt="2026-08-21T08:56:51.950" v="584" actId="20577"/>
          <ac:spMkLst>
            <pc:docMk/>
            <pc:sldMk cId="3556693359" sldId="291"/>
            <ac:spMk id="3" creationId="{6A845287-D069-0D1E-0AEE-E159B1BEF503}"/>
          </ac:spMkLst>
        </pc:spChg>
      </pc:sldChg>
      <pc:sldChg chg="addSp delSp modSp modNotes">
        <pc:chgData name="Yuvaraj PK" userId="S::yuvaraj@visionempowertrust.org::ee70df89-fbc9-4364-93c2-901918c82222" providerId="AD" clId="Web-{AF0E3291-5D2C-957D-534A-8C9A3EC246FB}" dt="2026-08-21T07:54:40.756" v="528"/>
        <pc:sldMkLst>
          <pc:docMk/>
          <pc:sldMk cId="3140234311" sldId="311"/>
        </pc:sldMkLst>
        <pc:spChg chg="mod">
          <ac:chgData name="Yuvaraj PK" userId="S::yuvaraj@visionempowertrust.org::ee70df89-fbc9-4364-93c2-901918c82222" providerId="AD" clId="Web-{AF0E3291-5D2C-957D-534A-8C9A3EC246FB}" dt="2026-08-21T07:47:49.757" v="513" actId="1076"/>
          <ac:spMkLst>
            <pc:docMk/>
            <pc:sldMk cId="3140234311" sldId="311"/>
            <ac:spMk id="2" creationId="{7F3F03D1-E1BE-C20F-DEDC-4A39DAF20B5A}"/>
          </ac:spMkLst>
        </pc:spChg>
        <pc:spChg chg="add mod">
          <ac:chgData name="Yuvaraj PK" userId="S::yuvaraj@visionempowertrust.org::ee70df89-fbc9-4364-93c2-901918c82222" providerId="AD" clId="Web-{AF0E3291-5D2C-957D-534A-8C9A3EC246FB}" dt="2026-08-21T07:47:44.366" v="512" actId="14100"/>
          <ac:spMkLst>
            <pc:docMk/>
            <pc:sldMk cId="3140234311" sldId="311"/>
            <ac:spMk id="3" creationId="{646CA30F-CA23-A511-A63C-26E140E4FE08}"/>
          </ac:spMkLst>
        </pc:spChg>
        <pc:spChg chg="add mod">
          <ac:chgData name="Yuvaraj PK" userId="S::yuvaraj@visionempowertrust.org::ee70df89-fbc9-4364-93c2-901918c82222" providerId="AD" clId="Web-{AF0E3291-5D2C-957D-534A-8C9A3EC246FB}" dt="2026-08-21T07:48:06.898" v="516" actId="14100"/>
          <ac:spMkLst>
            <pc:docMk/>
            <pc:sldMk cId="3140234311" sldId="311"/>
            <ac:spMk id="4" creationId="{BDB8D514-E869-2EB5-26AB-0D94577B9273}"/>
          </ac:spMkLst>
        </pc:spChg>
        <pc:spChg chg="add mod">
          <ac:chgData name="Yuvaraj PK" userId="S::yuvaraj@visionempowertrust.org::ee70df89-fbc9-4364-93c2-901918c82222" providerId="AD" clId="Web-{AF0E3291-5D2C-957D-534A-8C9A3EC246FB}" dt="2026-08-21T07:48:27.538" v="518" actId="14100"/>
          <ac:spMkLst>
            <pc:docMk/>
            <pc:sldMk cId="3140234311" sldId="311"/>
            <ac:spMk id="5" creationId="{A0216924-750A-06B0-8385-5B4D25971705}"/>
          </ac:spMkLst>
        </pc:spChg>
        <pc:spChg chg="add mod">
          <ac:chgData name="Yuvaraj PK" userId="S::yuvaraj@visionempowertrust.org::ee70df89-fbc9-4364-93c2-901918c82222" providerId="AD" clId="Web-{AF0E3291-5D2C-957D-534A-8C9A3EC246FB}" dt="2026-08-21T07:48:20.835" v="517" actId="14100"/>
          <ac:spMkLst>
            <pc:docMk/>
            <pc:sldMk cId="3140234311" sldId="311"/>
            <ac:spMk id="6" creationId="{78E6F5A6-DF5F-0E05-E7E4-CF80D4A55E79}"/>
          </ac:spMkLst>
        </pc:spChg>
        <pc:spChg chg="add mod">
          <ac:chgData name="Yuvaraj PK" userId="S::yuvaraj@visionempowertrust.org::ee70df89-fbc9-4364-93c2-901918c82222" providerId="AD" clId="Web-{AF0E3291-5D2C-957D-534A-8C9A3EC246FB}" dt="2026-08-21T07:47:31.835" v="508" actId="14100"/>
          <ac:spMkLst>
            <pc:docMk/>
            <pc:sldMk cId="3140234311" sldId="311"/>
            <ac:spMk id="8" creationId="{90D59910-E6E3-D288-72D9-CBA618306DAD}"/>
          </ac:spMkLst>
        </pc:spChg>
        <pc:spChg chg="add mod">
          <ac:chgData name="Yuvaraj PK" userId="S::yuvaraj@visionempowertrust.org::ee70df89-fbc9-4364-93c2-901918c82222" providerId="AD" clId="Web-{AF0E3291-5D2C-957D-534A-8C9A3EC246FB}" dt="2026-08-21T07:48:02.741" v="515" actId="14100"/>
          <ac:spMkLst>
            <pc:docMk/>
            <pc:sldMk cId="3140234311" sldId="311"/>
            <ac:spMk id="9" creationId="{D221A0E7-D986-B719-4108-9CC04F47964C}"/>
          </ac:spMkLst>
        </pc:spChg>
      </pc:sldChg>
    </pc:docChg>
  </pc:docChgLst>
  <pc:docChgLst>
    <pc:chgData name="Meera Muthukrishnan" userId="S::meera@visionempowertrust.org::d828a7ba-2585-4325-b591-73aa0d8f5866" providerId="AD" clId="Web-{8366A21B-4EC2-F337-1D9E-B1B8F39735ED}"/>
    <pc:docChg chg="addSld delSld modSld">
      <pc:chgData name="Meera Muthukrishnan" userId="S::meera@visionempowertrust.org::d828a7ba-2585-4325-b591-73aa0d8f5866" providerId="AD" clId="Web-{8366A21B-4EC2-F337-1D9E-B1B8F39735ED}" dt="2026-09-08T02:02:12.111" v="50" actId="20577"/>
      <pc:docMkLst>
        <pc:docMk/>
      </pc:docMkLst>
      <pc:sldChg chg="modSp">
        <pc:chgData name="Meera Muthukrishnan" userId="S::meera@visionempowertrust.org::d828a7ba-2585-4325-b591-73aa0d8f5866" providerId="AD" clId="Web-{8366A21B-4EC2-F337-1D9E-B1B8F39735ED}" dt="2026-09-08T02:02:12.111" v="50" actId="20577"/>
        <pc:sldMkLst>
          <pc:docMk/>
          <pc:sldMk cId="1479565106" sldId="256"/>
        </pc:sldMkLst>
        <pc:spChg chg="mod">
          <ac:chgData name="Meera Muthukrishnan" userId="S::meera@visionempowertrust.org::d828a7ba-2585-4325-b591-73aa0d8f5866" providerId="AD" clId="Web-{8366A21B-4EC2-F337-1D9E-B1B8F39735ED}" dt="2026-09-08T02:02:12.111" v="50" actId="20577"/>
          <ac:spMkLst>
            <pc:docMk/>
            <pc:sldMk cId="1479565106" sldId="256"/>
            <ac:spMk id="3" creationId="{0A37B741-42E9-DA37-7642-16595A6D170B}"/>
          </ac:spMkLst>
        </pc:spChg>
      </pc:sldChg>
      <pc:sldChg chg="modSp">
        <pc:chgData name="Meera Muthukrishnan" userId="S::meera@visionempowertrust.org::d828a7ba-2585-4325-b591-73aa0d8f5866" providerId="AD" clId="Web-{8366A21B-4EC2-F337-1D9E-B1B8F39735ED}" dt="2026-09-08T01:58:08.773" v="2" actId="20577"/>
        <pc:sldMkLst>
          <pc:docMk/>
          <pc:sldMk cId="0" sldId="260"/>
        </pc:sldMkLst>
        <pc:spChg chg="mod">
          <ac:chgData name="Meera Muthukrishnan" userId="S::meera@visionempowertrust.org::d828a7ba-2585-4325-b591-73aa0d8f5866" providerId="AD" clId="Web-{8366A21B-4EC2-F337-1D9E-B1B8F39735ED}" dt="2026-09-08T01:58:08.773" v="2" actId="20577"/>
          <ac:spMkLst>
            <pc:docMk/>
            <pc:sldMk cId="0" sldId="260"/>
            <ac:spMk id="2" creationId="{00000000-0000-0000-0000-000000000000}"/>
          </ac:spMkLst>
        </pc:spChg>
      </pc:sldChg>
      <pc:sldChg chg="modSp add del">
        <pc:chgData name="Meera Muthukrishnan" userId="S::meera@visionempowertrust.org::d828a7ba-2585-4325-b591-73aa0d8f5866" providerId="AD" clId="Web-{8366A21B-4EC2-F337-1D9E-B1B8F39735ED}" dt="2026-09-08T01:59:10.853" v="17"/>
        <pc:sldMkLst>
          <pc:docMk/>
          <pc:sldMk cId="3518695171" sldId="266"/>
        </pc:sldMkLst>
        <pc:spChg chg="mod">
          <ac:chgData name="Meera Muthukrishnan" userId="S::meera@visionempowertrust.org::d828a7ba-2585-4325-b591-73aa0d8f5866" providerId="AD" clId="Web-{8366A21B-4EC2-F337-1D9E-B1B8F39735ED}" dt="2026-09-08T01:58:59.525" v="14" actId="20577"/>
          <ac:spMkLst>
            <pc:docMk/>
            <pc:sldMk cId="3518695171" sldId="266"/>
            <ac:spMk id="2" creationId="{00000000-0000-0000-0000-000000000000}"/>
          </ac:spMkLst>
        </pc:spChg>
      </pc:sldChg>
      <pc:sldChg chg="add del mod modShow">
        <pc:chgData name="Meera Muthukrishnan" userId="S::meera@visionempowertrust.org::d828a7ba-2585-4325-b591-73aa0d8f5866" providerId="AD" clId="Web-{8366A21B-4EC2-F337-1D9E-B1B8F39735ED}" dt="2026-09-08T02:00:03.980" v="24"/>
        <pc:sldMkLst>
          <pc:docMk/>
          <pc:sldMk cId="2463296972" sldId="304"/>
        </pc:sldMkLst>
      </pc:sldChg>
      <pc:sldChg chg="add del mod modShow">
        <pc:chgData name="Meera Muthukrishnan" userId="S::meera@visionempowertrust.org::d828a7ba-2585-4325-b591-73aa0d8f5866" providerId="AD" clId="Web-{8366A21B-4EC2-F337-1D9E-B1B8F39735ED}" dt="2026-09-08T02:00:14.965" v="28"/>
        <pc:sldMkLst>
          <pc:docMk/>
          <pc:sldMk cId="2802799472" sldId="317"/>
        </pc:sldMkLst>
      </pc:sldChg>
      <pc:sldChg chg="add del">
        <pc:chgData name="Meera Muthukrishnan" userId="S::meera@visionempowertrust.org::d828a7ba-2585-4325-b591-73aa0d8f5866" providerId="AD" clId="Web-{8366A21B-4EC2-F337-1D9E-B1B8F39735ED}" dt="2026-09-08T01:59:10.869" v="18"/>
        <pc:sldMkLst>
          <pc:docMk/>
          <pc:sldMk cId="1388547114" sldId="318"/>
        </pc:sldMkLst>
      </pc:sldChg>
      <pc:sldChg chg="modSp">
        <pc:chgData name="Meera Muthukrishnan" userId="S::meera@visionempowertrust.org::d828a7ba-2585-4325-b591-73aa0d8f5866" providerId="AD" clId="Web-{8366A21B-4EC2-F337-1D9E-B1B8F39735ED}" dt="2026-09-08T01:59:51.339" v="20" actId="20577"/>
        <pc:sldMkLst>
          <pc:docMk/>
          <pc:sldMk cId="4102939466" sldId="319"/>
        </pc:sldMkLst>
        <pc:spChg chg="mod">
          <ac:chgData name="Meera Muthukrishnan" userId="S::meera@visionempowertrust.org::d828a7ba-2585-4325-b591-73aa0d8f5866" providerId="AD" clId="Web-{8366A21B-4EC2-F337-1D9E-B1B8F39735ED}" dt="2026-09-08T01:59:51.339" v="20" actId="20577"/>
          <ac:spMkLst>
            <pc:docMk/>
            <pc:sldMk cId="4102939466" sldId="319"/>
            <ac:spMk id="2" creationId="{A818AB43-D07D-B15A-D9DC-F3633BF55C80}"/>
          </ac:spMkLst>
        </pc:spChg>
      </pc:sldChg>
      <pc:sldChg chg="add del mod modShow">
        <pc:chgData name="Meera Muthukrishnan" userId="S::meera@visionempowertrust.org::d828a7ba-2585-4325-b591-73aa0d8f5866" providerId="AD" clId="Web-{8366A21B-4EC2-F337-1D9E-B1B8F39735ED}" dt="2026-09-08T02:00:14.950" v="27"/>
        <pc:sldMkLst>
          <pc:docMk/>
          <pc:sldMk cId="110348443" sldId="327"/>
        </pc:sldMkLst>
      </pc:sldChg>
      <pc:sldChg chg="modSp">
        <pc:chgData name="Meera Muthukrishnan" userId="S::meera@visionempowertrust.org::d828a7ba-2585-4325-b591-73aa0d8f5866" providerId="AD" clId="Web-{8366A21B-4EC2-F337-1D9E-B1B8F39735ED}" dt="2026-09-08T01:58:15.882" v="4" actId="20577"/>
        <pc:sldMkLst>
          <pc:docMk/>
          <pc:sldMk cId="3154985157" sldId="328"/>
        </pc:sldMkLst>
        <pc:spChg chg="mod">
          <ac:chgData name="Meera Muthukrishnan" userId="S::meera@visionempowertrust.org::d828a7ba-2585-4325-b591-73aa0d8f5866" providerId="AD" clId="Web-{8366A21B-4EC2-F337-1D9E-B1B8F39735ED}" dt="2026-09-08T01:58:15.882" v="4" actId="20577"/>
          <ac:spMkLst>
            <pc:docMk/>
            <pc:sldMk cId="3154985157" sldId="328"/>
            <ac:spMk id="10" creationId="{AE37162A-B151-821E-3359-B335E2918BEF}"/>
          </ac:spMkLst>
        </pc:spChg>
      </pc:sldChg>
      <pc:sldChg chg="modSp">
        <pc:chgData name="Meera Muthukrishnan" userId="S::meera@visionempowertrust.org::d828a7ba-2585-4325-b591-73aa0d8f5866" providerId="AD" clId="Web-{8366A21B-4EC2-F337-1D9E-B1B8F39735ED}" dt="2026-09-08T01:58:23.414" v="6" actId="20577"/>
        <pc:sldMkLst>
          <pc:docMk/>
          <pc:sldMk cId="1619393274" sldId="329"/>
        </pc:sldMkLst>
        <pc:spChg chg="mod">
          <ac:chgData name="Meera Muthukrishnan" userId="S::meera@visionempowertrust.org::d828a7ba-2585-4325-b591-73aa0d8f5866" providerId="AD" clId="Web-{8366A21B-4EC2-F337-1D9E-B1B8F39735ED}" dt="2026-09-08T01:58:23.414" v="6" actId="20577"/>
          <ac:spMkLst>
            <pc:docMk/>
            <pc:sldMk cId="1619393274" sldId="329"/>
            <ac:spMk id="2" creationId="{00000000-0000-0000-0000-000000000000}"/>
          </ac:spMkLst>
        </pc:spChg>
      </pc:sldChg>
      <pc:sldChg chg="modSp add del mod modShow">
        <pc:chgData name="Meera Muthukrishnan" userId="S::meera@visionempowertrust.org::d828a7ba-2585-4325-b591-73aa0d8f5866" providerId="AD" clId="Web-{8366A21B-4EC2-F337-1D9E-B1B8F39735ED}" dt="2026-09-08T02:00:03.965" v="23"/>
        <pc:sldMkLst>
          <pc:docMk/>
          <pc:sldMk cId="4117857412" sldId="330"/>
        </pc:sldMkLst>
        <pc:spChg chg="mod">
          <ac:chgData name="Meera Muthukrishnan" userId="S::meera@visionempowertrust.org::d828a7ba-2585-4325-b591-73aa0d8f5866" providerId="AD" clId="Web-{8366A21B-4EC2-F337-1D9E-B1B8F39735ED}" dt="2026-09-08T01:58:26.914" v="7" actId="20577"/>
          <ac:spMkLst>
            <pc:docMk/>
            <pc:sldMk cId="4117857412" sldId="330"/>
            <ac:spMk id="2" creationId="{00000000-0000-0000-0000-000000000000}"/>
          </ac:spMkLst>
        </pc:spChg>
      </pc:sldChg>
      <pc:sldChg chg="modSp">
        <pc:chgData name="Meera Muthukrishnan" userId="S::meera@visionempowertrust.org::d828a7ba-2585-4325-b591-73aa0d8f5866" providerId="AD" clId="Web-{8366A21B-4EC2-F337-1D9E-B1B8F39735ED}" dt="2026-09-08T01:58:39.399" v="11" actId="20577"/>
        <pc:sldMkLst>
          <pc:docMk/>
          <pc:sldMk cId="2140360492" sldId="331"/>
        </pc:sldMkLst>
        <pc:spChg chg="mod">
          <ac:chgData name="Meera Muthukrishnan" userId="S::meera@visionempowertrust.org::d828a7ba-2585-4325-b591-73aa0d8f5866" providerId="AD" clId="Web-{8366A21B-4EC2-F337-1D9E-B1B8F39735ED}" dt="2026-09-08T01:58:39.399" v="11" actId="20577"/>
          <ac:spMkLst>
            <pc:docMk/>
            <pc:sldMk cId="2140360492" sldId="331"/>
            <ac:spMk id="2" creationId="{00000000-0000-0000-0000-000000000000}"/>
          </ac:spMkLst>
        </pc:spChg>
      </pc:sldChg>
      <pc:sldChg chg="new del">
        <pc:chgData name="Meera Muthukrishnan" userId="S::meera@visionempowertrust.org::d828a7ba-2585-4325-b591-73aa0d8f5866" providerId="AD" clId="Web-{8366A21B-4EC2-F337-1D9E-B1B8F39735ED}" dt="2026-09-08T02:01:24.249" v="38"/>
        <pc:sldMkLst>
          <pc:docMk/>
          <pc:sldMk cId="2863287869" sldId="342"/>
        </pc:sldMkLst>
      </pc:sldChg>
      <pc:sldChg chg="modSp new">
        <pc:chgData name="Meera Muthukrishnan" userId="S::meera@visionempowertrust.org::d828a7ba-2585-4325-b591-73aa0d8f5866" providerId="AD" clId="Web-{8366A21B-4EC2-F337-1D9E-B1B8F39735ED}" dt="2026-09-08T02:01:15.202" v="36" actId="20577"/>
        <pc:sldMkLst>
          <pc:docMk/>
          <pc:sldMk cId="3153655499" sldId="343"/>
        </pc:sldMkLst>
        <pc:spChg chg="mod">
          <ac:chgData name="Meera Muthukrishnan" userId="S::meera@visionempowertrust.org::d828a7ba-2585-4325-b591-73aa0d8f5866" providerId="AD" clId="Web-{8366A21B-4EC2-F337-1D9E-B1B8F39735ED}" dt="2026-09-08T02:01:15.202" v="36" actId="20577"/>
          <ac:spMkLst>
            <pc:docMk/>
            <pc:sldMk cId="3153655499" sldId="343"/>
            <ac:spMk id="2" creationId="{A862B44F-A099-9743-AB53-9358958829C1}"/>
          </ac:spMkLst>
        </pc:spChg>
      </pc:sldChg>
      <pc:sldChg chg="add replId">
        <pc:chgData name="Meera Muthukrishnan" userId="S::meera@visionempowertrust.org::d828a7ba-2585-4325-b591-73aa0d8f5866" providerId="AD" clId="Web-{8366A21B-4EC2-F337-1D9E-B1B8F39735ED}" dt="2026-09-08T02:01:21.202" v="37"/>
        <pc:sldMkLst>
          <pc:docMk/>
          <pc:sldMk cId="2241137264" sldId="34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7A0245-1B14-45E4-B4E6-C291D8A45656}"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53AED3-0772-43EB-951B-DC25393A8554}" type="slidenum">
              <a:rPr lang="en-US" smtClean="0"/>
              <a:t>‹#›</a:t>
            </a:fld>
            <a:endParaRPr lang="en-US"/>
          </a:p>
        </p:txBody>
      </p:sp>
    </p:spTree>
    <p:extLst>
      <p:ext uri="{BB962C8B-B14F-4D97-AF65-F5344CB8AC3E}">
        <p14:creationId xmlns:p14="http://schemas.microsoft.com/office/powerpoint/2010/main" val="1458129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will be covered in more detail, hands on in module 2</a:t>
            </a:r>
          </a:p>
        </p:txBody>
      </p:sp>
      <p:sp>
        <p:nvSpPr>
          <p:cNvPr id="4" name="Slide Number Placeholder 3"/>
          <p:cNvSpPr>
            <a:spLocks noGrp="1"/>
          </p:cNvSpPr>
          <p:nvPr>
            <p:ph type="sldNum" sz="quarter" idx="5"/>
          </p:nvPr>
        </p:nvSpPr>
        <p:spPr/>
        <p:txBody>
          <a:bodyPr/>
          <a:lstStyle/>
          <a:p>
            <a:fld id="{C453AED3-0772-43EB-951B-DC25393A8554}" type="slidenum">
              <a:rPr lang="en-US" smtClean="0"/>
              <a:t>7</a:t>
            </a:fld>
            <a:endParaRPr lang="en-US"/>
          </a:p>
        </p:txBody>
      </p:sp>
    </p:spTree>
    <p:extLst>
      <p:ext uri="{BB962C8B-B14F-4D97-AF65-F5344CB8AC3E}">
        <p14:creationId xmlns:p14="http://schemas.microsoft.com/office/powerpoint/2010/main" val="3449041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b="1" dirty="0"/>
              <a:t>ChatGPT (GPT-5)</a:t>
            </a:r>
            <a:r>
              <a:rPr lang="en-US" dirty="0"/>
              <a:t> </a:t>
            </a:r>
          </a:p>
          <a:p>
            <a:pPr marL="285750" indent="-285750">
              <a:lnSpc>
                <a:spcPct val="90000"/>
              </a:lnSpc>
              <a:spcBef>
                <a:spcPts val="1000"/>
              </a:spcBef>
              <a:buFont typeface="Arial"/>
              <a:buChar char="•"/>
            </a:pPr>
            <a:r>
              <a:rPr lang="en-US" b="1" dirty="0"/>
              <a:t>Microsoft Copilot</a:t>
            </a:r>
            <a:r>
              <a:rPr lang="en-US" dirty="0"/>
              <a:t> </a:t>
            </a:r>
          </a:p>
          <a:p>
            <a:pPr marL="285750" indent="-285750">
              <a:lnSpc>
                <a:spcPct val="90000"/>
              </a:lnSpc>
              <a:spcBef>
                <a:spcPts val="1000"/>
              </a:spcBef>
              <a:buFont typeface="Arial"/>
              <a:buChar char="•"/>
            </a:pPr>
            <a:r>
              <a:rPr lang="en-US" b="1" dirty="0"/>
              <a:t>Google Gemini</a:t>
            </a:r>
            <a:r>
              <a:rPr lang="en-US" dirty="0"/>
              <a:t> </a:t>
            </a:r>
          </a:p>
          <a:p>
            <a:pPr marL="285750" indent="-285750">
              <a:lnSpc>
                <a:spcPct val="90000"/>
              </a:lnSpc>
              <a:spcBef>
                <a:spcPts val="1000"/>
              </a:spcBef>
              <a:buFont typeface="Arial"/>
              <a:buChar char="•"/>
            </a:pPr>
            <a:r>
              <a:rPr lang="en-US" b="1" dirty="0"/>
              <a:t>Claude AI</a:t>
            </a:r>
            <a:r>
              <a:rPr lang="en-US" dirty="0"/>
              <a:t> </a:t>
            </a:r>
          </a:p>
          <a:p>
            <a:pPr marL="285750" indent="-285750">
              <a:lnSpc>
                <a:spcPct val="90000"/>
              </a:lnSpc>
              <a:spcBef>
                <a:spcPts val="1000"/>
              </a:spcBef>
              <a:buFont typeface="Arial"/>
              <a:buChar char="•"/>
            </a:pPr>
            <a:r>
              <a:rPr lang="en-US" b="1" dirty="0"/>
              <a:t>Sarvam AI</a:t>
            </a:r>
            <a:endParaRPr lang="en-US" dirty="0"/>
          </a:p>
          <a:p>
            <a:pPr marL="285750" indent="-285750">
              <a:lnSpc>
                <a:spcPct val="90000"/>
              </a:lnSpc>
              <a:spcBef>
                <a:spcPts val="1000"/>
              </a:spcBef>
              <a:buFont typeface="Arial"/>
              <a:buChar char="•"/>
            </a:pPr>
            <a:r>
              <a:rPr lang="en-US" b="1" dirty="0"/>
              <a:t>Suno</a:t>
            </a:r>
            <a:endParaRPr lang="en-US" dirty="0"/>
          </a:p>
          <a:p>
            <a:pPr marL="285750" indent="-285750">
              <a:lnSpc>
                <a:spcPct val="90000"/>
              </a:lnSpc>
              <a:spcBef>
                <a:spcPts val="1000"/>
              </a:spcBef>
              <a:buFont typeface="Arial"/>
              <a:buChar char="•"/>
            </a:pPr>
            <a:r>
              <a:rPr lang="en-US" b="1" dirty="0" err="1"/>
              <a:t>ElevenLabs</a:t>
            </a:r>
            <a:r>
              <a:rPr lang="en-US" dirty="0"/>
              <a:t> </a:t>
            </a:r>
          </a:p>
          <a:p>
            <a:pPr marL="285750" indent="-285750">
              <a:lnSpc>
                <a:spcPct val="90000"/>
              </a:lnSpc>
              <a:spcBef>
                <a:spcPts val="1000"/>
              </a:spcBef>
              <a:buFont typeface="Arial"/>
              <a:buChar char="•"/>
            </a:pPr>
            <a:r>
              <a:rPr lang="en-US" b="1" dirty="0"/>
              <a:t>Microsoft Seeing AI</a:t>
            </a:r>
            <a:r>
              <a:rPr lang="en-US" dirty="0"/>
              <a:t> </a:t>
            </a:r>
          </a:p>
          <a:p>
            <a:pPr marL="285750" indent="-285750">
              <a:lnSpc>
                <a:spcPct val="90000"/>
              </a:lnSpc>
              <a:spcBef>
                <a:spcPts val="1000"/>
              </a:spcBef>
              <a:buFont typeface="Arial"/>
              <a:buChar char="•"/>
            </a:pPr>
            <a:r>
              <a:rPr lang="en-US" b="1" dirty="0"/>
              <a:t>Be My AI</a:t>
            </a:r>
            <a:endParaRPr lang="en-US" dirty="0"/>
          </a:p>
          <a:p>
            <a:pPr marL="285750" indent="-285750">
              <a:lnSpc>
                <a:spcPct val="90000"/>
              </a:lnSpc>
              <a:spcBef>
                <a:spcPts val="1000"/>
              </a:spcBef>
              <a:buFont typeface="Arial"/>
              <a:buChar char="•"/>
            </a:pPr>
            <a:endParaRPr lang="en-US" dirty="0"/>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C453AED3-0772-43EB-951B-DC25393A8554}" type="slidenum">
              <a:rPr lang="en-US" smtClean="0"/>
              <a:t>13</a:t>
            </a:fld>
            <a:endParaRPr lang="en-US"/>
          </a:p>
        </p:txBody>
      </p:sp>
    </p:spTree>
    <p:extLst>
      <p:ext uri="{BB962C8B-B14F-4D97-AF65-F5344CB8AC3E}">
        <p14:creationId xmlns:p14="http://schemas.microsoft.com/office/powerpoint/2010/main" val="3115618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If you want to get some job done by a child, how would you give the instruction?</a:t>
            </a:r>
          </a:p>
          <a:p>
            <a:pPr marL="171450" indent="-171450">
              <a:buFont typeface="Calibri"/>
              <a:buChar char="-"/>
            </a:pPr>
            <a:r>
              <a:rPr lang="en-US">
                <a:ea typeface="Calibri"/>
                <a:cs typeface="Calibri"/>
              </a:rPr>
              <a:t>Pay school fees – is this enough ?</a:t>
            </a:r>
          </a:p>
          <a:p>
            <a:r>
              <a:rPr lang="en-US">
                <a:ea typeface="Calibri"/>
                <a:cs typeface="Calibri"/>
              </a:rPr>
              <a:t>You might say – Take the money, go to school office, fill the form and give the money, collect the  receipt </a:t>
            </a:r>
            <a:r>
              <a:rPr lang="en-US" err="1">
                <a:ea typeface="Calibri"/>
                <a:cs typeface="Calibri"/>
              </a:rPr>
              <a:t>eand</a:t>
            </a:r>
            <a:r>
              <a:rPr lang="en-US">
                <a:ea typeface="Calibri"/>
                <a:cs typeface="Calibri"/>
              </a:rPr>
              <a:t> file the receipt </a:t>
            </a:r>
          </a:p>
          <a:p>
            <a:pPr marL="171450" indent="-171450">
              <a:buFont typeface="Calibri"/>
              <a:buChar char="-"/>
            </a:pPr>
            <a:r>
              <a:rPr lang="en-US">
                <a:ea typeface="Calibri"/>
                <a:cs typeface="Calibri"/>
              </a:rPr>
              <a:t>This is how detailed we should give our instructions </a:t>
            </a:r>
          </a:p>
        </p:txBody>
      </p:sp>
      <p:sp>
        <p:nvSpPr>
          <p:cNvPr id="4" name="Slide Number Placeholder 3"/>
          <p:cNvSpPr>
            <a:spLocks noGrp="1"/>
          </p:cNvSpPr>
          <p:nvPr>
            <p:ph type="sldNum" sz="quarter" idx="5"/>
          </p:nvPr>
        </p:nvSpPr>
        <p:spPr/>
        <p:txBody>
          <a:bodyPr/>
          <a:lstStyle/>
          <a:p>
            <a:fld id="{8E8AE8A3-460D-4833-9EB4-D35A956DB0D7}" type="slidenum">
              <a:rPr lang="en-US"/>
              <a:t>14</a:t>
            </a:fld>
            <a:endParaRPr lang="en-US"/>
          </a:p>
        </p:txBody>
      </p:sp>
    </p:spTree>
    <p:extLst>
      <p:ext uri="{BB962C8B-B14F-4D97-AF65-F5344CB8AC3E}">
        <p14:creationId xmlns:p14="http://schemas.microsoft.com/office/powerpoint/2010/main" val="3804511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Create</a:t>
            </a:r>
            <a:r>
              <a:rPr lang="en-US"/>
              <a:t> → </a:t>
            </a:r>
            <a:r>
              <a:rPr lang="en-US" i="1"/>
              <a:t>Make something for me.</a:t>
            </a:r>
            <a:r>
              <a:rPr lang="en-US"/>
              <a:t> </a:t>
            </a:r>
          </a:p>
          <a:p>
            <a:pPr marL="285750" indent="-285750">
              <a:buFont typeface="Arial"/>
              <a:buChar char="•"/>
            </a:pPr>
            <a:r>
              <a:rPr lang="en-US" b="1"/>
              <a:t>Ask</a:t>
            </a:r>
            <a:r>
              <a:rPr lang="en-US"/>
              <a:t> → </a:t>
            </a:r>
            <a:r>
              <a:rPr lang="en-US" i="1"/>
              <a:t>Tell me the answer.</a:t>
            </a:r>
            <a:r>
              <a:rPr lang="en-US"/>
              <a:t> </a:t>
            </a:r>
          </a:p>
          <a:p>
            <a:pPr marL="285750" indent="-285750">
              <a:buFont typeface="Arial"/>
              <a:buChar char="•"/>
            </a:pPr>
            <a:r>
              <a:rPr lang="en-US" b="1"/>
              <a:t>Edit</a:t>
            </a:r>
            <a:r>
              <a:rPr lang="en-US"/>
              <a:t> → </a:t>
            </a:r>
            <a:r>
              <a:rPr lang="en-US" i="1"/>
              <a:t>Improve what I have.</a:t>
            </a:r>
            <a:r>
              <a:rPr lang="en-US"/>
              <a:t> </a:t>
            </a:r>
          </a:p>
          <a:p>
            <a:pPr marL="285750" indent="-285750">
              <a:buFont typeface="Arial"/>
              <a:buChar char="•"/>
            </a:pPr>
            <a:r>
              <a:rPr lang="en-US" b="1"/>
              <a:t>Understand</a:t>
            </a:r>
            <a:r>
              <a:rPr lang="en-US"/>
              <a:t> → </a:t>
            </a:r>
            <a:r>
              <a:rPr lang="en-US" i="1"/>
              <a:t>Help me understand it.</a:t>
            </a:r>
            <a:r>
              <a:rPr lang="en-US"/>
              <a:t> </a:t>
            </a:r>
          </a:p>
          <a:p>
            <a:pPr marL="285750" indent="-285750">
              <a:buFont typeface="Arial"/>
              <a:buChar char="•"/>
            </a:pPr>
            <a:r>
              <a:rPr lang="en-US" b="1"/>
              <a:t>Catch up</a:t>
            </a:r>
            <a:r>
              <a:rPr lang="en-US"/>
              <a:t> → </a:t>
            </a:r>
            <a:r>
              <a:rPr lang="en-US" i="1"/>
              <a:t>Tell me what I missed.</a:t>
            </a:r>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C453AED3-0772-43EB-951B-DC25393A8554}" type="slidenum">
              <a:rPr lang="en-US" smtClean="0"/>
              <a:t>15</a:t>
            </a:fld>
            <a:endParaRPr lang="en-US"/>
          </a:p>
        </p:txBody>
      </p:sp>
    </p:spTree>
    <p:extLst>
      <p:ext uri="{BB962C8B-B14F-4D97-AF65-F5344CB8AC3E}">
        <p14:creationId xmlns:p14="http://schemas.microsoft.com/office/powerpoint/2010/main" val="1856976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D4BDB-7FD5-C120-DD57-1871421F8A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782E7E-F006-0D4B-73B9-686A6F9738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A1ECAB-4C64-4D7D-437C-F816CBABE709}"/>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EB9F3AF2-8C68-06EF-849D-3D09CE523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8C13E6-5FA6-3F9A-3D44-F5D920551905}"/>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720287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BCCFA-3966-E6C0-7F18-87863B0AB8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BA4C7F-1863-E71C-1766-B30E6135D2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703792-CB0E-DD10-8E5D-DC9FCF7D56C6}"/>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40A3338A-9E59-E455-A68D-2A6408812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BC235B-8963-8A80-848D-DFC6F3F9234F}"/>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4282133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4E2BA-0049-3258-6E7E-8B1483E076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631AA2-B9A2-72CA-438F-59820BDADF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81DC0F-6870-2F8E-4B72-CD31DDE2DD26}"/>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B0BA5095-5D0E-E463-C986-E3F3AF783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AE51EC-6232-E015-7C82-2363F38B7A05}"/>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162723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4FC27-1572-0989-89D9-092380570E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9E2C42-4C5C-C1F0-3078-7F059FBBB2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BD2FD9-1453-B030-924A-3E17A8B18C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B17624-AFE9-B0FB-C992-D0A7035086D3}"/>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6" name="Footer Placeholder 5">
            <a:extLst>
              <a:ext uri="{FF2B5EF4-FFF2-40B4-BE49-F238E27FC236}">
                <a16:creationId xmlns:a16="http://schemas.microsoft.com/office/drawing/2014/main" id="{C798787A-B217-5832-34B2-DD9FA0CFC3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303789-C4EE-842A-F54A-D4F818F7770C}"/>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3801746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3D41-181C-09ED-8043-0A638DD023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AB56E0-A70A-DBBD-35F4-801B7DF5A6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D7FF63-569A-8FF0-B17F-AEEAA55B32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3CABE7-F248-7C0D-016B-B3F066AEEB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42D86A-89E0-5D4C-1BBC-584AB0E69F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3D7F4E-F176-9EEF-4A3A-CD9862CD815F}"/>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8" name="Footer Placeholder 7">
            <a:extLst>
              <a:ext uri="{FF2B5EF4-FFF2-40B4-BE49-F238E27FC236}">
                <a16:creationId xmlns:a16="http://schemas.microsoft.com/office/drawing/2014/main" id="{FD61A0DB-D395-D033-ED44-4999A0E91A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A07065-9F74-BBFC-4F4F-5824CD2E9598}"/>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773886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2794D-6396-9B03-EAD7-BFEC679F1F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688B4F-8239-086B-7D25-F8D716BE006F}"/>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4" name="Footer Placeholder 3">
            <a:extLst>
              <a:ext uri="{FF2B5EF4-FFF2-40B4-BE49-F238E27FC236}">
                <a16:creationId xmlns:a16="http://schemas.microsoft.com/office/drawing/2014/main" id="{CD87D8D0-CD53-2E43-B2E7-4534D9A5C2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46060C-2824-9F87-321A-09FB0F011425}"/>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3936636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3ECAD8-4382-BC6C-EB37-53CFEC72D702}"/>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3" name="Footer Placeholder 2">
            <a:extLst>
              <a:ext uri="{FF2B5EF4-FFF2-40B4-BE49-F238E27FC236}">
                <a16:creationId xmlns:a16="http://schemas.microsoft.com/office/drawing/2014/main" id="{9F12CE45-7959-5682-C98C-C2514EF957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8E4D99-F201-C6E3-5D47-0926A3A887E6}"/>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1387625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4809C-9A4F-DFCB-9BBE-858337B0B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DF3929-41CB-E032-90E4-FD8719D832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BC9DF8-A9B0-A528-71E7-D96191D5AA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96F5B-CC74-C1AB-D62C-32E46ECB6833}"/>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6" name="Footer Placeholder 5">
            <a:extLst>
              <a:ext uri="{FF2B5EF4-FFF2-40B4-BE49-F238E27FC236}">
                <a16:creationId xmlns:a16="http://schemas.microsoft.com/office/drawing/2014/main" id="{7D8BE220-33F0-4EB3-74BA-97B1572FBE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8CB48A-7F8D-409C-EBD5-8CFC533F68A5}"/>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542896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45562-B188-4B26-905A-207D20E389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406918-3102-8F24-2B34-8DF0920DD7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FA9F6A-4638-04E3-D7A3-EF224DD09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F50897-E24B-7FC2-5F78-A932F5E23B67}"/>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6" name="Footer Placeholder 5">
            <a:extLst>
              <a:ext uri="{FF2B5EF4-FFF2-40B4-BE49-F238E27FC236}">
                <a16:creationId xmlns:a16="http://schemas.microsoft.com/office/drawing/2014/main" id="{A2DE17DF-2BD2-530D-78D8-DA37F37FBF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375901-24B2-701E-419C-486EABC46C56}"/>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3617563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E973E-0827-FDFA-2F6E-ABE2A2425A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BD4C4F-C565-CC05-1D88-DF6FC7022E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478050-1BB3-34FD-4C26-451A3F2660FD}"/>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391A7203-D46B-595F-20C2-4E0E493469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6D7F5-949F-DA9F-508F-BD0C8A282C7E}"/>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2678847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C802C9-6AD2-B387-FA70-2F81FA8AB0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B0C737-6314-523F-4C3E-CCC03ADD14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604C7-7035-E4F2-6BE3-711C3FC6FF0D}"/>
              </a:ext>
            </a:extLst>
          </p:cNvPr>
          <p:cNvSpPr>
            <a:spLocks noGrp="1"/>
          </p:cNvSpPr>
          <p:nvPr>
            <p:ph type="dt" sz="half" idx="10"/>
          </p:nvPr>
        </p:nvSpPr>
        <p:spPr/>
        <p:txBody>
          <a:body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BA7E014A-AD4B-5BE5-38F3-1694D833A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97042-28E5-0874-8DC4-C49E05AF1E2E}"/>
              </a:ext>
            </a:extLst>
          </p:cNvPr>
          <p:cNvSpPr>
            <a:spLocks noGrp="1"/>
          </p:cNvSpPr>
          <p:nvPr>
            <p:ph type="sldNum" sz="quarter" idx="12"/>
          </p:nvPr>
        </p:nvSpPr>
        <p:spPr/>
        <p:txBody>
          <a:bodyPr/>
          <a:lstStyle/>
          <a:p>
            <a:fld id="{DA548820-C203-42CC-81BE-ECB265C39E73}" type="slidenum">
              <a:rPr lang="en-US" smtClean="0"/>
              <a:t>‹#›</a:t>
            </a:fld>
            <a:endParaRPr lang="en-US"/>
          </a:p>
        </p:txBody>
      </p:sp>
    </p:spTree>
    <p:extLst>
      <p:ext uri="{BB962C8B-B14F-4D97-AF65-F5344CB8AC3E}">
        <p14:creationId xmlns:p14="http://schemas.microsoft.com/office/powerpoint/2010/main" val="181529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3A807E-21F5-9471-25F8-95C0D46AE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4B9F36-612F-6B67-98AB-7C0FF66285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CBAE9B-2AC7-5B68-D3ED-A25E534EC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C15D5B-26C0-478C-95AE-C98E9917012D}" type="datetimeFigureOut">
              <a:rPr lang="en-US" smtClean="0"/>
              <a:t>9/7/2026</a:t>
            </a:fld>
            <a:endParaRPr lang="en-US"/>
          </a:p>
        </p:txBody>
      </p:sp>
      <p:sp>
        <p:nvSpPr>
          <p:cNvPr id="5" name="Footer Placeholder 4">
            <a:extLst>
              <a:ext uri="{FF2B5EF4-FFF2-40B4-BE49-F238E27FC236}">
                <a16:creationId xmlns:a16="http://schemas.microsoft.com/office/drawing/2014/main" id="{7667C7C3-0AA9-2D29-084F-7BED8DFFE4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EFCD47-FEB6-51E4-F069-9FEABD48A4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548820-C203-42CC-81BE-ECB265C39E73}" type="slidenum">
              <a:rPr lang="en-US" smtClean="0"/>
              <a:t>‹#›</a:t>
            </a:fld>
            <a:endParaRPr lang="en-US"/>
          </a:p>
        </p:txBody>
      </p:sp>
    </p:spTree>
    <p:extLst>
      <p:ext uri="{BB962C8B-B14F-4D97-AF65-F5344CB8AC3E}">
        <p14:creationId xmlns:p14="http://schemas.microsoft.com/office/powerpoint/2010/main" val="3314030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063C-3453-9878-D7FB-0560B0FB5D24}"/>
              </a:ext>
            </a:extLst>
          </p:cNvPr>
          <p:cNvSpPr>
            <a:spLocks noGrp="1"/>
          </p:cNvSpPr>
          <p:nvPr>
            <p:ph type="ctrTitle"/>
          </p:nvPr>
        </p:nvSpPr>
        <p:spPr>
          <a:xfrm>
            <a:off x="206391" y="-1190404"/>
            <a:ext cx="12111789" cy="2387600"/>
          </a:xfrm>
        </p:spPr>
        <p:txBody>
          <a:bodyPr>
            <a:normAutofit/>
          </a:bodyPr>
          <a:lstStyle/>
          <a:p>
            <a:r>
              <a:rPr lang="en-US" sz="5400"/>
              <a:t>Vision Empower Trust AI Skilling Program </a:t>
            </a:r>
          </a:p>
        </p:txBody>
      </p:sp>
      <p:sp>
        <p:nvSpPr>
          <p:cNvPr id="3" name="Subtitle 2">
            <a:extLst>
              <a:ext uri="{FF2B5EF4-FFF2-40B4-BE49-F238E27FC236}">
                <a16:creationId xmlns:a16="http://schemas.microsoft.com/office/drawing/2014/main" id="{0A37B741-42E9-DA37-7642-16595A6D170B}"/>
              </a:ext>
            </a:extLst>
          </p:cNvPr>
          <p:cNvSpPr>
            <a:spLocks noGrp="1"/>
          </p:cNvSpPr>
          <p:nvPr>
            <p:ph type="subTitle" idx="1"/>
          </p:nvPr>
        </p:nvSpPr>
        <p:spPr>
          <a:xfrm>
            <a:off x="1524000" y="2345407"/>
            <a:ext cx="9144000" cy="1655762"/>
          </a:xfrm>
        </p:spPr>
        <p:txBody>
          <a:bodyPr vert="horz" lIns="91440" tIns="45720" rIns="91440" bIns="45720" rtlCol="0" anchor="t">
            <a:noAutofit/>
          </a:bodyPr>
          <a:lstStyle/>
          <a:p>
            <a:r>
              <a:rPr lang="en-US" sz="4000" b="1" dirty="0"/>
              <a:t>MODULE 2 </a:t>
            </a:r>
          </a:p>
          <a:p>
            <a:r>
              <a:rPr lang="en-US" sz="3200" dirty="0"/>
              <a:t>EMPOWERING TEACHERS TO USE AI FOR EDUCATION</a:t>
            </a:r>
          </a:p>
          <a:p>
            <a:r>
              <a:rPr lang="en-US" sz="3200" dirty="0"/>
              <a:t>Vision Empower Trust</a:t>
            </a:r>
          </a:p>
          <a:p>
            <a:endParaRPr lang="en-US" sz="3200" dirty="0"/>
          </a:p>
        </p:txBody>
      </p:sp>
      <p:sp>
        <p:nvSpPr>
          <p:cNvPr id="4" name="object 3">
            <a:extLst>
              <a:ext uri="{FF2B5EF4-FFF2-40B4-BE49-F238E27FC236}">
                <a16:creationId xmlns:a16="http://schemas.microsoft.com/office/drawing/2014/main" id="{AB3DCA17-06EC-8695-8230-CE2D1583EB49}"/>
              </a:ext>
            </a:extLst>
          </p:cNvPr>
          <p:cNvSpPr/>
          <p:nvPr/>
        </p:nvSpPr>
        <p:spPr>
          <a:xfrm>
            <a:off x="5467950" y="5082507"/>
            <a:ext cx="1256100" cy="1339847"/>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200"/>
          </a:p>
        </p:txBody>
      </p:sp>
      <p:pic>
        <p:nvPicPr>
          <p:cNvPr id="5" name="Graphic 3">
            <a:extLst>
              <a:ext uri="{FF2B5EF4-FFF2-40B4-BE49-F238E27FC236}">
                <a16:creationId xmlns:a16="http://schemas.microsoft.com/office/drawing/2014/main" id="{8F632B84-A3E8-097F-7CEF-455705C51393}"/>
              </a:ext>
            </a:extLst>
          </p:cNvPr>
          <p:cNvPicPr>
            <a:picLocks noChangeAspect="1"/>
          </p:cNvPicPr>
          <p:nvPr/>
        </p:nvPicPr>
        <p:blipFill rotWithShape="1">
          <a:blip>
            <a:extLst>
              <a:ext uri="{96DAC541-7B7A-43D3-8B79-37D633B846F1}">
                <asvg:svgBlip xmlns:asvg="http://schemas.microsoft.com/office/drawing/2016/SVG/main" r:embed="rId3"/>
              </a:ext>
            </a:extLst>
          </a:blip>
          <a:srcRect t="34894" b="34111"/>
          <a:stretch/>
        </p:blipFill>
        <p:spPr>
          <a:xfrm>
            <a:off x="8198252" y="5334584"/>
            <a:ext cx="3863468" cy="855341"/>
          </a:xfrm>
          <a:prstGeom prst="rect">
            <a:avLst/>
          </a:prstGeom>
        </p:spPr>
      </p:pic>
      <p:pic>
        <p:nvPicPr>
          <p:cNvPr id="7" name="Picture 6">
            <a:extLst>
              <a:ext uri="{FF2B5EF4-FFF2-40B4-BE49-F238E27FC236}">
                <a16:creationId xmlns:a16="http://schemas.microsoft.com/office/drawing/2014/main" id="{ACE1CDDB-276E-EFDC-9A71-AE2F576A1A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0380" y="5330552"/>
            <a:ext cx="3210560" cy="832905"/>
          </a:xfrm>
          <a:prstGeom prst="rect">
            <a:avLst/>
          </a:prstGeom>
        </p:spPr>
      </p:pic>
    </p:spTree>
    <p:extLst>
      <p:ext uri="{BB962C8B-B14F-4D97-AF65-F5344CB8AC3E}">
        <p14:creationId xmlns:p14="http://schemas.microsoft.com/office/powerpoint/2010/main" val="1479565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76FF-652A-988E-A326-EFA26F355948}"/>
              </a:ext>
            </a:extLst>
          </p:cNvPr>
          <p:cNvSpPr>
            <a:spLocks noGrp="1"/>
          </p:cNvSpPr>
          <p:nvPr>
            <p:ph type="title"/>
          </p:nvPr>
        </p:nvSpPr>
        <p:spPr>
          <a:xfrm>
            <a:off x="838201" y="2268"/>
            <a:ext cx="10515600" cy="955449"/>
          </a:xfrm>
        </p:spPr>
        <p:txBody>
          <a:bodyPr>
            <a:normAutofit/>
          </a:bodyPr>
          <a:lstStyle/>
          <a:p>
            <a:r>
              <a:rPr lang="en-US" sz="3600">
                <a:latin typeface="Calibri Light"/>
                <a:ea typeface="Calibri Light"/>
                <a:cs typeface="Calibri Light"/>
              </a:rPr>
              <a:t>Agenda</a:t>
            </a:r>
          </a:p>
        </p:txBody>
      </p:sp>
      <p:graphicFrame>
        <p:nvGraphicFramePr>
          <p:cNvPr id="5" name="Content Placeholder 4">
            <a:extLst>
              <a:ext uri="{FF2B5EF4-FFF2-40B4-BE49-F238E27FC236}">
                <a16:creationId xmlns:a16="http://schemas.microsoft.com/office/drawing/2014/main" id="{D79B3E9A-A26D-D7D3-6421-654A8AF6D9E2}"/>
              </a:ext>
            </a:extLst>
          </p:cNvPr>
          <p:cNvGraphicFramePr>
            <a:graphicFrameLocks noGrp="1"/>
          </p:cNvGraphicFramePr>
          <p:nvPr>
            <p:ph idx="1"/>
            <p:extLst>
              <p:ext uri="{D42A27DB-BD31-4B8C-83A1-F6EECF244321}">
                <p14:modId xmlns:p14="http://schemas.microsoft.com/office/powerpoint/2010/main" val="10446936"/>
              </p:ext>
            </p:extLst>
          </p:nvPr>
        </p:nvGraphicFramePr>
        <p:xfrm>
          <a:off x="1008742" y="1110342"/>
          <a:ext cx="9637690" cy="5456618"/>
        </p:xfrm>
        <a:graphic>
          <a:graphicData uri="http://schemas.openxmlformats.org/drawingml/2006/table">
            <a:tbl>
              <a:tblPr firstRow="1" firstCol="1" bandRow="1"/>
              <a:tblGrid>
                <a:gridCol w="2007852">
                  <a:extLst>
                    <a:ext uri="{9D8B030D-6E8A-4147-A177-3AD203B41FA5}">
                      <a16:colId xmlns:a16="http://schemas.microsoft.com/office/drawing/2014/main" val="3275682066"/>
                    </a:ext>
                  </a:extLst>
                </a:gridCol>
                <a:gridCol w="7629838">
                  <a:extLst>
                    <a:ext uri="{9D8B030D-6E8A-4147-A177-3AD203B41FA5}">
                      <a16:colId xmlns:a16="http://schemas.microsoft.com/office/drawing/2014/main" val="290600863"/>
                    </a:ext>
                  </a:extLst>
                </a:gridCol>
              </a:tblGrid>
              <a:tr h="503379">
                <a:tc>
                  <a:txBody>
                    <a:bodyPr/>
                    <a:lstStyle/>
                    <a:p>
                      <a:pPr marL="0" marR="0">
                        <a:lnSpc>
                          <a:spcPct val="115000"/>
                        </a:lnSpc>
                        <a:spcAft>
                          <a:spcPts val="100"/>
                        </a:spcAft>
                        <a:buNone/>
                      </a:pPr>
                      <a:r>
                        <a:rPr lang="en-US" sz="1800" b="1">
                          <a:solidFill>
                            <a:srgbClr val="000000"/>
                          </a:solidFill>
                          <a:effectLst/>
                          <a:latin typeface="Arial"/>
                          <a:ea typeface="Arial" panose="020B0604020202020204" pitchFamily="34" charset="0"/>
                          <a:cs typeface="Arial"/>
                        </a:rPr>
                        <a:t>Item</a:t>
                      </a:r>
                      <a:endParaRPr lang="en-US" sz="1800">
                        <a:effectLst/>
                        <a:latin typeface="Arial"/>
                        <a:ea typeface="Arial" panose="020B0604020202020204" pitchFamily="34" charset="0"/>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tc>
                  <a:txBody>
                    <a:bodyPr/>
                    <a:lstStyle/>
                    <a:p>
                      <a:pPr marL="0" marR="0">
                        <a:lnSpc>
                          <a:spcPct val="115000"/>
                        </a:lnSpc>
                        <a:spcAft>
                          <a:spcPts val="100"/>
                        </a:spcAft>
                        <a:buNone/>
                      </a:pPr>
                      <a:r>
                        <a:rPr lang="en-US" sz="1800" b="1">
                          <a:solidFill>
                            <a:srgbClr val="000000"/>
                          </a:solidFill>
                          <a:effectLst/>
                          <a:latin typeface="Arial"/>
                          <a:ea typeface="Arial" panose="020B0604020202020204" pitchFamily="34" charset="0"/>
                          <a:cs typeface="Arial"/>
                        </a:rPr>
                        <a:t>Details</a:t>
                      </a:r>
                      <a:endParaRPr lang="en-US" sz="1800">
                        <a:effectLst/>
                        <a:latin typeface="Arial"/>
                        <a:ea typeface="Arial" panose="020B0604020202020204" pitchFamily="34" charset="0"/>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AF7"/>
                    </a:solidFill>
                  </a:tcPr>
                </a:tc>
                <a:extLst>
                  <a:ext uri="{0D108BD9-81ED-4DB2-BD59-A6C34878D82A}">
                    <a16:rowId xmlns:a16="http://schemas.microsoft.com/office/drawing/2014/main" val="2162743850"/>
                  </a:ext>
                </a:extLst>
              </a:tr>
              <a:tr h="1026891">
                <a:tc>
                  <a:txBody>
                    <a:bodyPr/>
                    <a:lstStyle/>
                    <a:p>
                      <a:pPr marL="0" marR="0" lvl="0">
                        <a:lnSpc>
                          <a:spcPct val="114999"/>
                        </a:lnSpc>
                        <a:spcAft>
                          <a:spcPts val="100"/>
                        </a:spcAft>
                        <a:buNone/>
                      </a:pPr>
                      <a:r>
                        <a:rPr lang="en-US" sz="1800" b="0" i="0" u="none" strike="noStrike" noProof="0">
                          <a:solidFill>
                            <a:srgbClr val="000000"/>
                          </a:solidFill>
                          <a:effectLst/>
                          <a:latin typeface="Arial"/>
                          <a:cs typeface="Arial"/>
                        </a:rPr>
                        <a:t>Audience</a:t>
                      </a:r>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a:lnSpc>
                          <a:spcPct val="114999"/>
                        </a:lnSpc>
                        <a:spcAft>
                          <a:spcPts val="100"/>
                        </a:spcAft>
                        <a:buNone/>
                      </a:pPr>
                      <a:r>
                        <a:rPr lang="en-US" sz="1800" b="0" i="0" u="none" strike="noStrike" noProof="0">
                          <a:solidFill>
                            <a:srgbClr val="000000"/>
                          </a:solidFill>
                          <a:effectLst/>
                          <a:latin typeface="Arial"/>
                          <a:cs typeface="Arial"/>
                        </a:rPr>
                        <a:t>Teachers, special educators, resource persons and school leaders working with visually impaired students</a:t>
                      </a:r>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5766052"/>
                  </a:ext>
                </a:extLst>
              </a:tr>
              <a:tr h="503379">
                <a:tc>
                  <a:txBody>
                    <a:bodyPr/>
                    <a:lstStyle/>
                    <a:p>
                      <a:pPr marL="0" marR="0">
                        <a:lnSpc>
                          <a:spcPct val="115000"/>
                        </a:lnSpc>
                        <a:spcAft>
                          <a:spcPts val="100"/>
                        </a:spcAft>
                        <a:buNone/>
                      </a:pPr>
                      <a:r>
                        <a:rPr lang="en-US" sz="1800">
                          <a:effectLst/>
                          <a:latin typeface="Arial"/>
                          <a:ea typeface="Arial" panose="020B0604020202020204" pitchFamily="34" charset="0"/>
                          <a:cs typeface="Arial"/>
                        </a:rPr>
                        <a:t>Duration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
                        </a:spcAft>
                        <a:buNone/>
                      </a:pPr>
                      <a:r>
                        <a:rPr lang="en-US" sz="1800">
                          <a:effectLst/>
                          <a:latin typeface="Arial"/>
                          <a:ea typeface="Arial" panose="020B0604020202020204" pitchFamily="34" charset="0"/>
                          <a:cs typeface="Arial"/>
                        </a:rPr>
                        <a:t>90 minutes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6108218"/>
                  </a:ext>
                </a:extLst>
              </a:tr>
              <a:tr h="825540">
                <a:tc>
                  <a:txBody>
                    <a:bodyPr/>
                    <a:lstStyle/>
                    <a:p>
                      <a:pPr marL="0" marR="0">
                        <a:lnSpc>
                          <a:spcPct val="115000"/>
                        </a:lnSpc>
                        <a:spcAft>
                          <a:spcPts val="100"/>
                        </a:spcAft>
                        <a:buNone/>
                      </a:pPr>
                      <a:r>
                        <a:rPr lang="en-US" sz="1800">
                          <a:effectLst/>
                          <a:latin typeface="Arial"/>
                          <a:ea typeface="Arial" panose="020B0604020202020204" pitchFamily="34" charset="0"/>
                          <a:cs typeface="Arial"/>
                        </a:rPr>
                        <a:t>Mode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
                        </a:spcAft>
                        <a:buNone/>
                      </a:pPr>
                      <a:r>
                        <a:rPr lang="en-US" sz="1800">
                          <a:effectLst/>
                          <a:latin typeface="Arial"/>
                          <a:ea typeface="Arial" panose="020B0604020202020204" pitchFamily="34" charset="0"/>
                          <a:cs typeface="Arial"/>
                        </a:rPr>
                        <a:t>Hands on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3572835"/>
                  </a:ext>
                </a:extLst>
              </a:tr>
              <a:tr h="1228241">
                <a:tc>
                  <a:txBody>
                    <a:bodyPr/>
                    <a:lstStyle/>
                    <a:p>
                      <a:pPr marL="0" marR="0">
                        <a:lnSpc>
                          <a:spcPct val="115000"/>
                        </a:lnSpc>
                        <a:spcAft>
                          <a:spcPts val="100"/>
                        </a:spcAft>
                        <a:buNone/>
                      </a:pPr>
                      <a:r>
                        <a:rPr lang="en-US" sz="1800">
                          <a:effectLst/>
                          <a:latin typeface="Arial"/>
                          <a:ea typeface="Arial" panose="020B0604020202020204" pitchFamily="34" charset="0"/>
                          <a:cs typeface="Arial"/>
                        </a:rPr>
                        <a:t>Module purpose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a:lnSpc>
                          <a:spcPct val="114999"/>
                        </a:lnSpc>
                        <a:spcAft>
                          <a:spcPts val="100"/>
                        </a:spcAft>
                        <a:buNone/>
                      </a:pPr>
                      <a:r>
                        <a:rPr lang="en-US" sz="2000" b="0" i="0" u="none" strike="noStrike" noProof="0">
                          <a:effectLst/>
                        </a:rPr>
                        <a:t>Equip teachers to use AI for creating, adapting, translating, and delivering inclusive, accessible, and engaging learning experiences.</a:t>
                      </a:r>
                      <a:endParaRPr lang="en-US" sz="20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7868384"/>
                  </a:ext>
                </a:extLst>
              </a:tr>
              <a:tr h="1369188">
                <a:tc>
                  <a:txBody>
                    <a:bodyPr/>
                    <a:lstStyle/>
                    <a:p>
                      <a:pPr marL="0" marR="0">
                        <a:lnSpc>
                          <a:spcPct val="115000"/>
                        </a:lnSpc>
                        <a:spcAft>
                          <a:spcPts val="100"/>
                        </a:spcAft>
                        <a:buNone/>
                      </a:pPr>
                      <a:r>
                        <a:rPr lang="en-US" sz="1800">
                          <a:effectLst/>
                          <a:latin typeface="Arial"/>
                          <a:ea typeface="Arial" panose="020B0604020202020204" pitchFamily="34" charset="0"/>
                          <a:cs typeface="Arial"/>
                        </a:rPr>
                        <a:t>Session principle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a:lnSpc>
                          <a:spcPct val="114999"/>
                        </a:lnSpc>
                        <a:spcAft>
                          <a:spcPts val="100"/>
                        </a:spcAft>
                        <a:buNone/>
                      </a:pPr>
                      <a:r>
                        <a:rPr lang="en-US" sz="1800" b="0" i="0" u="none" strike="noStrike" noProof="0">
                          <a:effectLst/>
                        </a:rPr>
                        <a:t>This session is practical and teacher-centered, with a focus on using AI responsibly to create inclusive, accessible, and personalized learning resources. Teachers will learn through hands-on activities and refine prompts to achieve better AI-generated outcomes.</a:t>
                      </a:r>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127730"/>
                  </a:ext>
                </a:extLst>
              </a:tr>
            </a:tbl>
          </a:graphicData>
        </a:graphic>
      </p:graphicFrame>
    </p:spTree>
    <p:extLst>
      <p:ext uri="{BB962C8B-B14F-4D97-AF65-F5344CB8AC3E}">
        <p14:creationId xmlns:p14="http://schemas.microsoft.com/office/powerpoint/2010/main" val="248961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0AD0-2814-FC63-8EAE-233569CA88E0}"/>
              </a:ext>
            </a:extLst>
          </p:cNvPr>
          <p:cNvSpPr>
            <a:spLocks noGrp="1"/>
          </p:cNvSpPr>
          <p:nvPr>
            <p:ph type="title"/>
          </p:nvPr>
        </p:nvSpPr>
        <p:spPr>
          <a:xfrm>
            <a:off x="838199" y="2268"/>
            <a:ext cx="10515600" cy="1325563"/>
          </a:xfrm>
        </p:spPr>
        <p:txBody>
          <a:bodyPr/>
          <a:lstStyle/>
          <a:p>
            <a:r>
              <a:rPr lang="en-IN">
                <a:latin typeface="Calibri Light"/>
                <a:ea typeface="Calibri Light"/>
                <a:cs typeface="Calibri Light"/>
              </a:rPr>
              <a:t>Pre-Assessment</a:t>
            </a:r>
            <a:endParaRPr lang="en-US">
              <a:latin typeface="Calibri Light"/>
              <a:ea typeface="Calibri Light"/>
              <a:cs typeface="Calibri Light"/>
            </a:endParaRPr>
          </a:p>
        </p:txBody>
      </p:sp>
      <p:sp>
        <p:nvSpPr>
          <p:cNvPr id="3" name="Content Placeholder 2">
            <a:extLst>
              <a:ext uri="{FF2B5EF4-FFF2-40B4-BE49-F238E27FC236}">
                <a16:creationId xmlns:a16="http://schemas.microsoft.com/office/drawing/2014/main" id="{6A845287-D069-0D1E-0AEE-E159B1BEF503}"/>
              </a:ext>
            </a:extLst>
          </p:cNvPr>
          <p:cNvSpPr>
            <a:spLocks noGrp="1"/>
          </p:cNvSpPr>
          <p:nvPr>
            <p:ph idx="1"/>
          </p:nvPr>
        </p:nvSpPr>
        <p:spPr>
          <a:xfrm>
            <a:off x="838200" y="1332140"/>
            <a:ext cx="10515600" cy="5055280"/>
          </a:xfrm>
        </p:spPr>
        <p:txBody>
          <a:bodyPr vert="horz" lIns="91440" tIns="45720" rIns="91440" bIns="45720" rtlCol="0" anchor="t">
            <a:normAutofit/>
          </a:bodyPr>
          <a:lstStyle/>
          <a:p>
            <a:r>
              <a:rPr lang="en-IN">
                <a:latin typeface="Calibri Light"/>
                <a:ea typeface="Calibri Light"/>
                <a:cs typeface="Calibri Light"/>
              </a:rPr>
              <a:t>Name any two ways AI can help teachers in classroom teaching. </a:t>
            </a:r>
            <a:endParaRPr lang="en-US">
              <a:latin typeface="Calibri Light"/>
              <a:ea typeface="Calibri Light"/>
              <a:cs typeface="Calibri Light"/>
            </a:endParaRPr>
          </a:p>
          <a:p>
            <a:r>
              <a:rPr lang="en-IN">
                <a:latin typeface="Calibri Light"/>
                <a:ea typeface="Calibri Light"/>
                <a:cs typeface="Calibri Light"/>
              </a:rPr>
              <a:t>Do you know how to use AI to generate worksheets and lesson plan? </a:t>
            </a:r>
          </a:p>
          <a:p>
            <a:r>
              <a:rPr lang="en-IN">
                <a:latin typeface="Calibri Light"/>
                <a:ea typeface="Calibri Light"/>
                <a:cs typeface="Calibri Light"/>
              </a:rPr>
              <a:t>How can AI make learning materials more accessible for students with visual impairments? </a:t>
            </a:r>
          </a:p>
          <a:p>
            <a:r>
              <a:rPr lang="en-IN">
                <a:latin typeface="Calibri Light"/>
                <a:ea typeface="Calibri Light"/>
                <a:cs typeface="Calibri Light"/>
              </a:rPr>
              <a:t>Can AI generate lesson plans, worksheets, and content in regional languages? </a:t>
            </a:r>
          </a:p>
          <a:p>
            <a:r>
              <a:rPr lang="en-IN">
                <a:latin typeface="Calibri Light"/>
                <a:ea typeface="Calibri Light"/>
                <a:cs typeface="Calibri Light"/>
              </a:rPr>
              <a:t>Do you heard the word prompt? What is that?   </a:t>
            </a:r>
          </a:p>
          <a:p>
            <a:r>
              <a:rPr lang="en-IN">
                <a:latin typeface="Calibri Light"/>
                <a:ea typeface="Calibri Light"/>
                <a:cs typeface="Calibri Light"/>
              </a:rPr>
              <a:t>What should a teacher do before using AI-generated content in the classroom?</a:t>
            </a:r>
          </a:p>
          <a:p>
            <a:endParaRPr lang="en-IN"/>
          </a:p>
          <a:p>
            <a:endParaRPr lang="en-IN"/>
          </a:p>
        </p:txBody>
      </p:sp>
    </p:spTree>
    <p:extLst>
      <p:ext uri="{BB962C8B-B14F-4D97-AF65-F5344CB8AC3E}">
        <p14:creationId xmlns:p14="http://schemas.microsoft.com/office/powerpoint/2010/main" val="3556693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D0C3F-7D00-7254-E1E1-869D31757474}"/>
              </a:ext>
            </a:extLst>
          </p:cNvPr>
          <p:cNvSpPr>
            <a:spLocks noGrp="1"/>
          </p:cNvSpPr>
          <p:nvPr>
            <p:ph type="title"/>
          </p:nvPr>
        </p:nvSpPr>
        <p:spPr>
          <a:xfrm>
            <a:off x="431800" y="-200932"/>
            <a:ext cx="10515600" cy="1332820"/>
          </a:xfrm>
        </p:spPr>
        <p:txBody>
          <a:bodyPr>
            <a:normAutofit/>
          </a:bodyPr>
          <a:lstStyle/>
          <a:p>
            <a:r>
              <a:rPr lang="en-US" sz="3200" b="1">
                <a:latin typeface="Calibri Light"/>
                <a:ea typeface="Calibri Light"/>
                <a:cs typeface="Calibri Light"/>
              </a:rPr>
              <a:t>Learning Outcomes</a:t>
            </a:r>
            <a:endParaRPr lang="en-US" sz="3200">
              <a:latin typeface="Calibri Light"/>
              <a:ea typeface="Calibri Light"/>
              <a:cs typeface="Calibri Light"/>
            </a:endParaRPr>
          </a:p>
        </p:txBody>
      </p:sp>
      <p:sp>
        <p:nvSpPr>
          <p:cNvPr id="3" name="Content Placeholder 2">
            <a:extLst>
              <a:ext uri="{FF2B5EF4-FFF2-40B4-BE49-F238E27FC236}">
                <a16:creationId xmlns:a16="http://schemas.microsoft.com/office/drawing/2014/main" id="{EB6F39C0-4ACA-F40E-12BA-265D7DDC2FB3}"/>
              </a:ext>
            </a:extLst>
          </p:cNvPr>
          <p:cNvSpPr>
            <a:spLocks noGrp="1"/>
          </p:cNvSpPr>
          <p:nvPr>
            <p:ph idx="1"/>
          </p:nvPr>
        </p:nvSpPr>
        <p:spPr>
          <a:xfrm>
            <a:off x="431800" y="468539"/>
            <a:ext cx="11785600" cy="6158366"/>
          </a:xfrm>
        </p:spPr>
        <p:txBody>
          <a:bodyPr vert="horz" lIns="91440" tIns="45720" rIns="91440" bIns="45720" rtlCol="0" anchor="t">
            <a:noAutofit/>
          </a:bodyPr>
          <a:lstStyle/>
          <a:p>
            <a:endParaRPr lang="en-US" sz="2400" b="1">
              <a:latin typeface="Calibri Light"/>
              <a:ea typeface="Calibri Light"/>
              <a:cs typeface="Calibri Light"/>
            </a:endParaRPr>
          </a:p>
          <a:p>
            <a:pPr marL="0" indent="0">
              <a:buNone/>
            </a:pPr>
            <a:r>
              <a:rPr lang="en-US" sz="2400">
                <a:latin typeface="Calibri Light"/>
                <a:ea typeface="Calibri Light"/>
                <a:cs typeface="Calibri Light"/>
              </a:rPr>
              <a:t>By the end of this module, teachers will be able to:</a:t>
            </a:r>
          </a:p>
          <a:p>
            <a:r>
              <a:rPr lang="en-US" sz="2400">
                <a:latin typeface="Calibri Light"/>
                <a:ea typeface="Calibri Light"/>
                <a:cs typeface="Calibri Light"/>
              </a:rPr>
              <a:t>Use AI for various educational outcomes </a:t>
            </a:r>
            <a:endParaRPr lang="en-US"/>
          </a:p>
          <a:p>
            <a:r>
              <a:rPr lang="en-US" sz="2400">
                <a:latin typeface="Calibri Light"/>
                <a:ea typeface="Calibri Light"/>
                <a:cs typeface="Calibri Light"/>
              </a:rPr>
              <a:t>Evaluate AI-generated content for accuracy, bias, and relevance. </a:t>
            </a:r>
          </a:p>
          <a:p>
            <a:r>
              <a:rPr lang="en-US" sz="2400">
                <a:latin typeface="Calibri Light"/>
                <a:ea typeface="Calibri Light"/>
                <a:cs typeface="Calibri Light"/>
              </a:rPr>
              <a:t>Apply ethical and responsible AI practices, including fact-checking and protecting student privacy. </a:t>
            </a:r>
          </a:p>
          <a:p>
            <a:r>
              <a:rPr lang="en-US" sz="2400">
                <a:latin typeface="Calibri Light"/>
                <a:ea typeface="Calibri Light"/>
                <a:cs typeface="Calibri Light"/>
              </a:rPr>
              <a:t>Confidently integrate AI into daily teaching to improve learning outcomes and save preparation time.</a:t>
            </a:r>
          </a:p>
          <a:p>
            <a:endParaRPr lang="en-US"/>
          </a:p>
        </p:txBody>
      </p:sp>
    </p:spTree>
    <p:extLst>
      <p:ext uri="{BB962C8B-B14F-4D97-AF65-F5344CB8AC3E}">
        <p14:creationId xmlns:p14="http://schemas.microsoft.com/office/powerpoint/2010/main" val="1645687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EC629-3E1C-C99C-853F-C7E549008AA0}"/>
              </a:ext>
            </a:extLst>
          </p:cNvPr>
          <p:cNvSpPr>
            <a:spLocks noGrp="1"/>
          </p:cNvSpPr>
          <p:nvPr>
            <p:ph type="title"/>
          </p:nvPr>
        </p:nvSpPr>
        <p:spPr>
          <a:xfrm>
            <a:off x="1924529" y="861474"/>
            <a:ext cx="10515600" cy="2852737"/>
          </a:xfrm>
        </p:spPr>
        <p:txBody>
          <a:bodyPr/>
          <a:lstStyle/>
          <a:p>
            <a:r>
              <a:rPr lang="en-US"/>
              <a:t>Quick Recap of AI In Education</a:t>
            </a:r>
          </a:p>
        </p:txBody>
      </p:sp>
    </p:spTree>
    <p:extLst>
      <p:ext uri="{BB962C8B-B14F-4D97-AF65-F5344CB8AC3E}">
        <p14:creationId xmlns:p14="http://schemas.microsoft.com/office/powerpoint/2010/main" val="2991156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51A40-8236-1DF9-D053-7EA2AE19B7B3}"/>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Examples of data from education </a:t>
            </a:r>
          </a:p>
        </p:txBody>
      </p:sp>
      <p:graphicFrame>
        <p:nvGraphicFramePr>
          <p:cNvPr id="7" name="Content Placeholder 6">
            <a:extLst>
              <a:ext uri="{FF2B5EF4-FFF2-40B4-BE49-F238E27FC236}">
                <a16:creationId xmlns:a16="http://schemas.microsoft.com/office/drawing/2014/main" id="{B300AB39-4EC2-2D6D-DA64-CFE5F60F7F6E}"/>
              </a:ext>
            </a:extLst>
          </p:cNvPr>
          <p:cNvGraphicFramePr>
            <a:graphicFrameLocks noGrp="1"/>
          </p:cNvGraphicFramePr>
          <p:nvPr>
            <p:ph idx="1"/>
          </p:nvPr>
        </p:nvGraphicFramePr>
        <p:xfrm>
          <a:off x="838200" y="1368425"/>
          <a:ext cx="10515598" cy="5212080"/>
        </p:xfrm>
        <a:graphic>
          <a:graphicData uri="http://schemas.openxmlformats.org/drawingml/2006/table">
            <a:tbl>
              <a:tblPr bandRow="1">
                <a:tableStyleId>{F5AB1C69-6EDB-4FF4-983F-18BD219EF322}</a:tableStyleId>
              </a:tblPr>
              <a:tblGrid>
                <a:gridCol w="2172368">
                  <a:extLst>
                    <a:ext uri="{9D8B030D-6E8A-4147-A177-3AD203B41FA5}">
                      <a16:colId xmlns:a16="http://schemas.microsoft.com/office/drawing/2014/main" val="1420388928"/>
                    </a:ext>
                  </a:extLst>
                </a:gridCol>
                <a:gridCol w="4838031">
                  <a:extLst>
                    <a:ext uri="{9D8B030D-6E8A-4147-A177-3AD203B41FA5}">
                      <a16:colId xmlns:a16="http://schemas.microsoft.com/office/drawing/2014/main" val="2089202906"/>
                    </a:ext>
                  </a:extLst>
                </a:gridCol>
                <a:gridCol w="3505199">
                  <a:extLst>
                    <a:ext uri="{9D8B030D-6E8A-4147-A177-3AD203B41FA5}">
                      <a16:colId xmlns:a16="http://schemas.microsoft.com/office/drawing/2014/main" val="4056643184"/>
                    </a:ext>
                  </a:extLst>
                </a:gridCol>
              </a:tblGrid>
              <a:tr h="0">
                <a:tc>
                  <a:txBody>
                    <a:bodyPr/>
                    <a:lstStyle/>
                    <a:p>
                      <a:pPr>
                        <a:buNone/>
                        <a:defRPr sz="1800" b="1">
                          <a:latin typeface="Calibri Light"/>
                        </a:defRPr>
                      </a:pPr>
                      <a:r>
                        <a:rPr lang="en-US" sz="1800" b="1"/>
                        <a:t>Data Type</a:t>
                      </a:r>
                      <a:endParaRPr lang="en-US" sz="1800"/>
                    </a:p>
                  </a:txBody>
                  <a:tcPr anchor="ctr"/>
                </a:tc>
                <a:tc>
                  <a:txBody>
                    <a:bodyPr/>
                    <a:lstStyle/>
                    <a:p>
                      <a:pPr>
                        <a:buNone/>
                        <a:defRPr sz="1800" b="1">
                          <a:latin typeface="Calibri Light"/>
                        </a:defRPr>
                      </a:pPr>
                      <a:r>
                        <a:rPr lang="en-US" sz="1800" b="1"/>
                        <a:t>Examples in School Education</a:t>
                      </a:r>
                      <a:endParaRPr lang="en-US" sz="1800"/>
                    </a:p>
                  </a:txBody>
                  <a:tcPr anchor="ctr"/>
                </a:tc>
                <a:tc>
                  <a:txBody>
                    <a:bodyPr/>
                    <a:lstStyle/>
                    <a:p>
                      <a:pPr>
                        <a:buNone/>
                        <a:defRPr sz="1800" b="1">
                          <a:latin typeface="Calibri Light"/>
                        </a:defRPr>
                      </a:pPr>
                      <a:r>
                        <a:rPr lang="en-US" sz="1800" b="1"/>
                        <a:t>How it can be used</a:t>
                      </a:r>
                      <a:endParaRPr lang="en-US" sz="1800"/>
                    </a:p>
                  </a:txBody>
                  <a:tcPr anchor="ctr"/>
                </a:tc>
                <a:extLst>
                  <a:ext uri="{0D108BD9-81ED-4DB2-BD59-A6C34878D82A}">
                    <a16:rowId xmlns:a16="http://schemas.microsoft.com/office/drawing/2014/main" val="1226661674"/>
                  </a:ext>
                </a:extLst>
              </a:tr>
              <a:tr h="0">
                <a:tc>
                  <a:txBody>
                    <a:bodyPr/>
                    <a:lstStyle/>
                    <a:p>
                      <a:pPr>
                        <a:buNone/>
                        <a:defRPr sz="1800" b="0">
                          <a:latin typeface="Calibri Light"/>
                        </a:defRPr>
                      </a:pPr>
                      <a:r>
                        <a:rPr lang="en-US" sz="1800" b="0"/>
                        <a:t>Numerical Data</a:t>
                      </a:r>
                      <a:endParaRPr lang="en-US" sz="1800"/>
                    </a:p>
                  </a:txBody>
                  <a:tcPr anchor="ctr"/>
                </a:tc>
                <a:tc>
                  <a:txBody>
                    <a:bodyPr/>
                    <a:lstStyle/>
                    <a:p>
                      <a:pPr>
                        <a:buNone/>
                        <a:defRPr sz="1800" b="0">
                          <a:latin typeface="Calibri Light"/>
                        </a:defRPr>
                      </a:pPr>
                      <a:r>
                        <a:rPr lang="en-US" sz="1800" b="0"/>
                        <a:t>Student marks, attendance percentage, number of assignments submitted, test scores, class strength, time spent on an LMS</a:t>
                      </a:r>
                      <a:endParaRPr lang="en-US" sz="1800" b="0">
                        <a:latin typeface="Calibri Light"/>
                      </a:endParaRPr>
                    </a:p>
                  </a:txBody>
                  <a:tcPr anchor="ctr"/>
                </a:tc>
                <a:tc>
                  <a:txBody>
                    <a:bodyPr/>
                    <a:lstStyle/>
                    <a:p>
                      <a:pPr>
                        <a:buNone/>
                        <a:defRPr sz="1800" b="0">
                          <a:latin typeface="Calibri Light"/>
                        </a:defRPr>
                      </a:pPr>
                      <a:r>
                        <a:rPr lang="en-US" sz="1800" b="0"/>
                        <a:t>Performance analysis, identifying learning gaps, tracking progress</a:t>
                      </a:r>
                      <a:endParaRPr lang="en-US" sz="1800" b="0">
                        <a:latin typeface="Calibri Light"/>
                      </a:endParaRPr>
                    </a:p>
                  </a:txBody>
                  <a:tcPr anchor="ctr"/>
                </a:tc>
                <a:extLst>
                  <a:ext uri="{0D108BD9-81ED-4DB2-BD59-A6C34878D82A}">
                    <a16:rowId xmlns:a16="http://schemas.microsoft.com/office/drawing/2014/main" val="3061108393"/>
                  </a:ext>
                </a:extLst>
              </a:tr>
              <a:tr h="0">
                <a:tc>
                  <a:txBody>
                    <a:bodyPr/>
                    <a:lstStyle/>
                    <a:p>
                      <a:pPr>
                        <a:buNone/>
                        <a:defRPr sz="1800" b="0">
                          <a:latin typeface="Calibri Light"/>
                        </a:defRPr>
                      </a:pPr>
                      <a:r>
                        <a:rPr lang="en-US" sz="1800" b="0"/>
                        <a:t>Text Data</a:t>
                      </a:r>
                      <a:endParaRPr lang="en-US" sz="1800"/>
                    </a:p>
                  </a:txBody>
                  <a:tcPr anchor="ctr"/>
                </a:tc>
                <a:tc>
                  <a:txBody>
                    <a:bodyPr/>
                    <a:lstStyle/>
                    <a:p>
                      <a:pPr>
                        <a:buNone/>
                        <a:defRPr sz="1800" b="0">
                          <a:latin typeface="Calibri Light"/>
                        </a:defRPr>
                      </a:pPr>
                      <a:r>
                        <a:rPr lang="en-US" sz="1800" b="0"/>
                        <a:t>Essays, answers to descriptive questions, teacher feedback, lesson plans, report cards, discussion forum posts, textbook content</a:t>
                      </a:r>
                      <a:endParaRPr lang="en-US" sz="1800" b="0">
                        <a:latin typeface="Calibri Light"/>
                      </a:endParaRPr>
                    </a:p>
                  </a:txBody>
                  <a:tcPr anchor="ctr"/>
                </a:tc>
                <a:tc>
                  <a:txBody>
                    <a:bodyPr/>
                    <a:lstStyle/>
                    <a:p>
                      <a:pPr>
                        <a:buNone/>
                        <a:defRPr sz="1800" b="0">
                          <a:latin typeface="Calibri Light"/>
                        </a:defRPr>
                      </a:pPr>
                      <a:r>
                        <a:rPr lang="en-US" sz="1800" b="0"/>
                        <a:t>Assess writing skills, generate summaries, analyze feedback, create learning resources</a:t>
                      </a:r>
                      <a:endParaRPr lang="en-US" sz="1800" b="0">
                        <a:latin typeface="Calibri Light"/>
                      </a:endParaRPr>
                    </a:p>
                  </a:txBody>
                  <a:tcPr anchor="ctr"/>
                </a:tc>
                <a:extLst>
                  <a:ext uri="{0D108BD9-81ED-4DB2-BD59-A6C34878D82A}">
                    <a16:rowId xmlns:a16="http://schemas.microsoft.com/office/drawing/2014/main" val="2778238395"/>
                  </a:ext>
                </a:extLst>
              </a:tr>
              <a:tr h="0">
                <a:tc>
                  <a:txBody>
                    <a:bodyPr/>
                    <a:lstStyle/>
                    <a:p>
                      <a:pPr>
                        <a:buNone/>
                        <a:defRPr sz="1800" b="0">
                          <a:latin typeface="Calibri Light"/>
                        </a:defRPr>
                      </a:pPr>
                      <a:r>
                        <a:rPr lang="en-US" sz="1800" b="0"/>
                        <a:t>Image Data</a:t>
                      </a:r>
                      <a:endParaRPr lang="en-US" sz="1800"/>
                    </a:p>
                  </a:txBody>
                  <a:tcPr anchor="ctr"/>
                </a:tc>
                <a:tc>
                  <a:txBody>
                    <a:bodyPr/>
                    <a:lstStyle/>
                    <a:p>
                      <a:pPr>
                        <a:buNone/>
                        <a:defRPr sz="1800" b="0">
                          <a:latin typeface="Calibri Light"/>
                        </a:defRPr>
                      </a:pPr>
                      <a:r>
                        <a:rPr lang="en-US" sz="1800" b="0"/>
                        <a:t>Scanned answer sheets, diagrams drawn by students, photographs of science experiments, artwork, geometry figures, handwritten notes</a:t>
                      </a:r>
                      <a:endParaRPr lang="en-US" sz="1800" b="0">
                        <a:latin typeface="Calibri Light"/>
                      </a:endParaRPr>
                    </a:p>
                  </a:txBody>
                  <a:tcPr anchor="ctr"/>
                </a:tc>
                <a:tc>
                  <a:txBody>
                    <a:bodyPr/>
                    <a:lstStyle/>
                    <a:p>
                      <a:pPr>
                        <a:buNone/>
                        <a:defRPr sz="1800" b="0">
                          <a:latin typeface="Calibri Light"/>
                        </a:defRPr>
                      </a:pPr>
                      <a:r>
                        <a:rPr lang="en-US" sz="1800" b="0"/>
                        <a:t>Automated evaluation, handwriting recognition, diagram analysis, portfolio assessment</a:t>
                      </a:r>
                      <a:endParaRPr lang="en-US" sz="1800" b="0">
                        <a:latin typeface="Calibri Light"/>
                      </a:endParaRPr>
                    </a:p>
                  </a:txBody>
                  <a:tcPr anchor="ctr"/>
                </a:tc>
                <a:extLst>
                  <a:ext uri="{0D108BD9-81ED-4DB2-BD59-A6C34878D82A}">
                    <a16:rowId xmlns:a16="http://schemas.microsoft.com/office/drawing/2014/main" val="2363439161"/>
                  </a:ext>
                </a:extLst>
              </a:tr>
              <a:tr h="0">
                <a:tc>
                  <a:txBody>
                    <a:bodyPr/>
                    <a:lstStyle/>
                    <a:p>
                      <a:pPr>
                        <a:buNone/>
                        <a:defRPr sz="1800" b="0">
                          <a:latin typeface="Calibri Light"/>
                        </a:defRPr>
                      </a:pPr>
                      <a:r>
                        <a:rPr lang="en-US" sz="1800" b="0"/>
                        <a:t>Audio Data</a:t>
                      </a:r>
                      <a:endParaRPr lang="en-US" sz="1800"/>
                    </a:p>
                  </a:txBody>
                  <a:tcPr anchor="ctr"/>
                </a:tc>
                <a:tc>
                  <a:txBody>
                    <a:bodyPr/>
                    <a:lstStyle/>
                    <a:p>
                      <a:pPr>
                        <a:buNone/>
                        <a:defRPr sz="1800" b="0">
                          <a:latin typeface="Calibri Light"/>
                        </a:defRPr>
                      </a:pPr>
                      <a:r>
                        <a:rPr lang="en-US" sz="1800" b="0"/>
                        <a:t>Students reading aloud, language pronunciation exercises, oral exams, teacher lectures, classroom discussions, podcast lessons</a:t>
                      </a:r>
                      <a:endParaRPr lang="en-US" sz="1800" b="0">
                        <a:latin typeface="Calibri Light"/>
                      </a:endParaRPr>
                    </a:p>
                  </a:txBody>
                  <a:tcPr anchor="ctr"/>
                </a:tc>
                <a:tc>
                  <a:txBody>
                    <a:bodyPr/>
                    <a:lstStyle/>
                    <a:p>
                      <a:pPr>
                        <a:buNone/>
                        <a:defRPr sz="1800" b="0">
                          <a:latin typeface="Calibri Light"/>
                        </a:defRPr>
                      </a:pPr>
                      <a:r>
                        <a:rPr lang="en-US" sz="1800" b="0"/>
                        <a:t>Speech assessment, pronunciation feedback, transcription, accessibility</a:t>
                      </a:r>
                      <a:endParaRPr lang="en-US" sz="1800" b="0">
                        <a:latin typeface="Calibri Light"/>
                      </a:endParaRPr>
                    </a:p>
                  </a:txBody>
                  <a:tcPr anchor="ctr"/>
                </a:tc>
                <a:extLst>
                  <a:ext uri="{0D108BD9-81ED-4DB2-BD59-A6C34878D82A}">
                    <a16:rowId xmlns:a16="http://schemas.microsoft.com/office/drawing/2014/main" val="1685780942"/>
                  </a:ext>
                </a:extLst>
              </a:tr>
              <a:tr h="0">
                <a:tc>
                  <a:txBody>
                    <a:bodyPr/>
                    <a:lstStyle/>
                    <a:p>
                      <a:pPr>
                        <a:buNone/>
                        <a:defRPr sz="1800" b="0">
                          <a:latin typeface="Calibri Light"/>
                        </a:defRPr>
                      </a:pPr>
                      <a:r>
                        <a:rPr lang="en-US" sz="1800" b="0"/>
                        <a:t>Video Data</a:t>
                      </a:r>
                      <a:endParaRPr lang="en-US" sz="1800"/>
                    </a:p>
                  </a:txBody>
                  <a:tcPr anchor="ctr"/>
                </a:tc>
                <a:tc>
                  <a:txBody>
                    <a:bodyPr/>
                    <a:lstStyle/>
                    <a:p>
                      <a:pPr>
                        <a:buNone/>
                        <a:defRPr sz="1800" b="0">
                          <a:latin typeface="Calibri Light"/>
                        </a:defRPr>
                      </a:pPr>
                      <a:r>
                        <a:rPr lang="en-US" sz="1800" b="0"/>
                        <a:t>Recorded classroom lessons, student presentations, lab experiment demonstrations, sports activities, online classes, classroom observations</a:t>
                      </a:r>
                      <a:endParaRPr lang="en-US" sz="1800" b="0">
                        <a:latin typeface="Calibri Light"/>
                      </a:endParaRPr>
                    </a:p>
                  </a:txBody>
                  <a:tcPr anchor="ctr"/>
                </a:tc>
                <a:tc>
                  <a:txBody>
                    <a:bodyPr/>
                    <a:lstStyle/>
                    <a:p>
                      <a:pPr>
                        <a:buNone/>
                        <a:defRPr sz="1800" b="0">
                          <a:latin typeface="Calibri Light"/>
                        </a:defRPr>
                      </a:pPr>
                      <a:r>
                        <a:rPr lang="en-US" sz="1800" b="0"/>
                        <a:t>Teacher training, student assessment, engagement analysis, flipped learning</a:t>
                      </a:r>
                      <a:endParaRPr lang="en-US" sz="1800" b="0">
                        <a:latin typeface="Calibri Light"/>
                      </a:endParaRPr>
                    </a:p>
                  </a:txBody>
                  <a:tcPr anchor="ctr"/>
                </a:tc>
                <a:extLst>
                  <a:ext uri="{0D108BD9-81ED-4DB2-BD59-A6C34878D82A}">
                    <a16:rowId xmlns:a16="http://schemas.microsoft.com/office/drawing/2014/main" val="3486651427"/>
                  </a:ext>
                </a:extLst>
              </a:tr>
            </a:tbl>
          </a:graphicData>
        </a:graphic>
      </p:graphicFrame>
    </p:spTree>
    <p:extLst>
      <p:ext uri="{BB962C8B-B14F-4D97-AF65-F5344CB8AC3E}">
        <p14:creationId xmlns:p14="http://schemas.microsoft.com/office/powerpoint/2010/main" val="2153554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28891-9E5A-0B7A-542B-9C59E9FF99DB}"/>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Where can AI be used in Education</a:t>
            </a:r>
          </a:p>
        </p:txBody>
      </p:sp>
      <p:sp>
        <p:nvSpPr>
          <p:cNvPr id="3" name="Content Placeholder 2">
            <a:extLst>
              <a:ext uri="{FF2B5EF4-FFF2-40B4-BE49-F238E27FC236}">
                <a16:creationId xmlns:a16="http://schemas.microsoft.com/office/drawing/2014/main" id="{3B71F9C1-6960-ACF7-4EF6-16701D33AFDA}"/>
              </a:ext>
            </a:extLst>
          </p:cNvPr>
          <p:cNvSpPr>
            <a:spLocks noGrp="1"/>
          </p:cNvSpPr>
          <p:nvPr>
            <p:ph idx="1"/>
          </p:nvPr>
        </p:nvSpPr>
        <p:spPr>
          <a:xfrm>
            <a:off x="640080" y="1097280"/>
            <a:ext cx="10911840" cy="5349240"/>
          </a:xfrm>
        </p:spPr>
        <p:txBody>
          <a:bodyPr wrap="square">
            <a:normAutofit/>
          </a:bodyPr>
          <a:lstStyle/>
          <a:p>
            <a:pPr>
              <a:defRPr sz="2400" b="0">
                <a:latin typeface="Calibri Light"/>
              </a:defRPr>
            </a:pPr>
            <a:r>
              <a:rPr lang="en-US" sz="2400" b="0">
                <a:latin typeface="Calibri Light"/>
              </a:rPr>
              <a:t>Lesson plan generation</a:t>
            </a:r>
          </a:p>
          <a:p>
            <a:pPr lvl="0">
              <a:defRPr sz="2400" b="0">
                <a:latin typeface="Calibri Light"/>
              </a:defRPr>
            </a:pPr>
            <a:r>
              <a:rPr lang="en-US" sz="2400" b="0">
                <a:latin typeface="Calibri Light"/>
              </a:rPr>
              <a:t>Translating materials (curricular and extra curricular) to regional languages</a:t>
            </a:r>
          </a:p>
          <a:p>
            <a:pPr lvl="0">
              <a:defRPr sz="2400" b="0">
                <a:latin typeface="Calibri Light"/>
              </a:defRPr>
            </a:pPr>
            <a:r>
              <a:rPr lang="en-US" sz="2400" b="0">
                <a:latin typeface="Calibri Light"/>
              </a:rPr>
              <a:t>Answering students’ questions with examples from regional contexts</a:t>
            </a:r>
          </a:p>
          <a:p>
            <a:pPr lvl="0">
              <a:defRPr sz="2400" b="0">
                <a:latin typeface="Calibri Light"/>
              </a:defRPr>
            </a:pPr>
            <a:r>
              <a:rPr lang="en-US" sz="2400" b="0">
                <a:latin typeface="Calibri Light"/>
              </a:rPr>
              <a:t>Getting intuitive explanations for hard concepts </a:t>
            </a:r>
          </a:p>
          <a:p>
            <a:pPr lvl="0">
              <a:defRPr sz="2400" b="0">
                <a:latin typeface="Calibri Light"/>
              </a:defRPr>
            </a:pPr>
            <a:r>
              <a:rPr lang="en-US" sz="2400" b="0">
                <a:latin typeface="Calibri Light"/>
              </a:rPr>
              <a:t>Generate worksheets to test and give practice based on the students’ needs </a:t>
            </a:r>
          </a:p>
          <a:p>
            <a:pPr lvl="0">
              <a:defRPr sz="2400" b="0">
                <a:latin typeface="Calibri Light"/>
              </a:defRPr>
            </a:pPr>
            <a:r>
              <a:rPr lang="en-US" sz="2400" b="0">
                <a:latin typeface="Calibri Light"/>
              </a:rPr>
              <a:t>Generate adapted activities for visually impaired children </a:t>
            </a:r>
          </a:p>
          <a:p>
            <a:pPr lvl="0">
              <a:defRPr sz="2400" b="0">
                <a:latin typeface="Calibri Light"/>
              </a:defRPr>
            </a:pPr>
            <a:r>
              <a:rPr lang="en-US" sz="2400" b="0">
                <a:latin typeface="Calibri Light"/>
              </a:rPr>
              <a:t>Generating audio content from textual content for listening comprehension</a:t>
            </a:r>
          </a:p>
          <a:p>
            <a:pPr lvl="0">
              <a:defRPr sz="2400" b="0">
                <a:latin typeface="Calibri Light"/>
              </a:defRPr>
            </a:pPr>
            <a:r>
              <a:rPr lang="en-US" sz="2400" b="0">
                <a:latin typeface="Calibri Light"/>
              </a:rPr>
              <a:t>Making accessible content in different formats (Word,  HTML, PDF, EPUB) </a:t>
            </a:r>
          </a:p>
          <a:p>
            <a:pPr>
              <a:defRPr sz="2400" b="0">
                <a:latin typeface="Calibri Light"/>
              </a:defRPr>
            </a:pPr>
            <a:r>
              <a:rPr lang="en-US" sz="2400" b="0">
                <a:latin typeface="Calibri Light"/>
              </a:rPr>
              <a:t>Generate alternate text for pictures </a:t>
            </a:r>
          </a:p>
        </p:txBody>
      </p:sp>
    </p:spTree>
    <p:extLst>
      <p:ext uri="{BB962C8B-B14F-4D97-AF65-F5344CB8AC3E}">
        <p14:creationId xmlns:p14="http://schemas.microsoft.com/office/powerpoint/2010/main" val="628283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DFBC6-8B73-47EE-0275-ACA709F4A489}"/>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Teacher-In-The-Loop when using AI for education</a:t>
            </a:r>
          </a:p>
        </p:txBody>
      </p:sp>
      <p:sp>
        <p:nvSpPr>
          <p:cNvPr id="3" name="Content Placeholder 2">
            <a:extLst>
              <a:ext uri="{FF2B5EF4-FFF2-40B4-BE49-F238E27FC236}">
                <a16:creationId xmlns:a16="http://schemas.microsoft.com/office/drawing/2014/main" id="{8DC8F285-2FCF-734F-DD4A-B10EC654B729}"/>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sz="2400" b="1">
                <a:latin typeface="Calibri Light"/>
                <a:ea typeface="+mn-lt"/>
                <a:cs typeface="+mn-lt"/>
              </a:rPr>
              <a:t>Teachers are responsible </a:t>
            </a:r>
            <a:r>
              <a:rPr lang="en-US" sz="2400" b="0">
                <a:latin typeface="Calibri Light"/>
                <a:ea typeface="+mn-lt"/>
                <a:cs typeface="+mn-lt"/>
              </a:rPr>
              <a:t>for learning outcomes, student well-being, and ethical use of AI.</a:t>
            </a:r>
          </a:p>
          <a:p>
            <a:pPr>
              <a:defRPr sz="2400" b="0">
                <a:latin typeface="Calibri Light"/>
              </a:defRPr>
            </a:pPr>
            <a:r>
              <a:rPr lang="en-US" sz="2400" b="1">
                <a:latin typeface="Calibri Light"/>
              </a:rPr>
              <a:t>Teachers should provide the judgment</a:t>
            </a:r>
            <a:r>
              <a:rPr lang="en-US" sz="2400" b="0">
                <a:latin typeface="Calibri Light"/>
              </a:rPr>
              <a:t>, ethics, context, and care that transform AI-generated content into meaningful learning.</a:t>
            </a:r>
          </a:p>
          <a:p>
            <a:pPr>
              <a:defRPr sz="2400" b="0">
                <a:latin typeface="Calibri Light"/>
              </a:defRPr>
            </a:pPr>
            <a:r>
              <a:rPr lang="en-US" sz="2400" b="0">
                <a:latin typeface="Calibri Light"/>
                <a:ea typeface="+mn-lt"/>
                <a:cs typeface="+mn-lt"/>
              </a:rPr>
              <a:t>AI can generate incorrect facts, outdated information, or misleading explanations. </a:t>
            </a:r>
            <a:r>
              <a:rPr lang="en-US" sz="2400" b="1">
                <a:latin typeface="Calibri Light"/>
                <a:ea typeface="+mn-lt"/>
                <a:cs typeface="+mn-lt"/>
              </a:rPr>
              <a:t>Teachers should verify </a:t>
            </a:r>
            <a:r>
              <a:rPr lang="en-US" sz="2400" b="0">
                <a:latin typeface="Calibri Light"/>
                <a:ea typeface="+mn-lt"/>
                <a:cs typeface="+mn-lt"/>
              </a:rPr>
              <a:t>before using. </a:t>
            </a:r>
            <a:endParaRPr lang="en-US"/>
          </a:p>
          <a:p>
            <a:pPr>
              <a:defRPr sz="2400" b="0">
                <a:latin typeface="Calibri Light"/>
              </a:defRPr>
            </a:pPr>
            <a:r>
              <a:rPr lang="en-US" sz="2400" b="1">
                <a:latin typeface="Calibri Light"/>
                <a:ea typeface="+mn-lt"/>
                <a:cs typeface="+mn-lt"/>
              </a:rPr>
              <a:t>Teachers should ensure AI-generated </a:t>
            </a:r>
            <a:r>
              <a:rPr lang="en-US" sz="2400" b="0">
                <a:latin typeface="Calibri Light"/>
                <a:ea typeface="+mn-lt"/>
                <a:cs typeface="+mn-lt"/>
              </a:rPr>
              <a:t>content matches the prescribed curriculum, learning outcomes, and grade level. </a:t>
            </a:r>
            <a:endParaRPr lang="en-US"/>
          </a:p>
          <a:p>
            <a:pPr>
              <a:defRPr sz="2400" b="0">
                <a:latin typeface="Calibri Light"/>
              </a:defRPr>
            </a:pPr>
            <a:r>
              <a:rPr lang="en-US" sz="2400" b="1">
                <a:latin typeface="Calibri Light"/>
                <a:ea typeface="+mn-lt"/>
                <a:cs typeface="+mn-lt"/>
              </a:rPr>
              <a:t>Teachers should personalize </a:t>
            </a:r>
            <a:r>
              <a:rPr lang="en-US" sz="2400" b="0">
                <a:latin typeface="Calibri Light"/>
                <a:ea typeface="+mn-lt"/>
                <a:cs typeface="+mn-lt"/>
              </a:rPr>
              <a:t>AI-generated content based on students' abilities, interests, language, and learning pace.</a:t>
            </a:r>
          </a:p>
          <a:p>
            <a:pPr>
              <a:defRPr sz="2400" b="0">
                <a:latin typeface="Calibri Light"/>
              </a:defRPr>
            </a:pPr>
            <a:r>
              <a:rPr lang="en-US" sz="2400" b="1">
                <a:latin typeface="Calibri Light"/>
                <a:ea typeface="+mn-lt"/>
                <a:cs typeface="+mn-lt"/>
              </a:rPr>
              <a:t>Teachers should educate </a:t>
            </a:r>
            <a:r>
              <a:rPr lang="en-US" sz="2400" b="0">
                <a:latin typeface="Calibri Light"/>
                <a:ea typeface="+mn-lt"/>
                <a:cs typeface="+mn-lt"/>
              </a:rPr>
              <a:t>the students about Responsible, Informed and Conscious use of AI</a:t>
            </a:r>
            <a:endParaRPr lang="en-US"/>
          </a:p>
          <a:p>
            <a:pPr>
              <a:defRPr sz="2400" b="0">
                <a:latin typeface="Calibri Light"/>
              </a:defRPr>
            </a:pPr>
            <a:endParaRPr lang="en-US"/>
          </a:p>
        </p:txBody>
      </p:sp>
    </p:spTree>
    <p:extLst>
      <p:ext uri="{BB962C8B-B14F-4D97-AF65-F5344CB8AC3E}">
        <p14:creationId xmlns:p14="http://schemas.microsoft.com/office/powerpoint/2010/main" val="3894709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0B68A-F2F4-B81B-74E6-91C4D3BD866E}"/>
              </a:ext>
            </a:extLst>
          </p:cNvPr>
          <p:cNvSpPr>
            <a:spLocks noGrp="1"/>
          </p:cNvSpPr>
          <p:nvPr>
            <p:ph type="title"/>
          </p:nvPr>
        </p:nvSpPr>
        <p:spPr/>
        <p:txBody>
          <a:bodyPr>
            <a:normAutofit fontScale="90000"/>
          </a:bodyPr>
          <a:lstStyle/>
          <a:p>
            <a:r>
              <a:rPr lang="en-US"/>
              <a:t>Suggested first prompt in every chat : "</a:t>
            </a:r>
            <a:r>
              <a:rPr lang="en-US" b="1">
                <a:solidFill>
                  <a:schemeClr val="accent1"/>
                </a:solidFill>
                <a:latin typeface="Aptos"/>
              </a:rPr>
              <a:t>QUESTION</a:t>
            </a:r>
            <a:r>
              <a:rPr lang="en-US">
                <a:latin typeface="Aptos"/>
              </a:rPr>
              <a:t>" — Teacher AI Guardrail Prompt</a:t>
            </a:r>
          </a:p>
          <a:p>
            <a:endParaRPr lang="en-US"/>
          </a:p>
        </p:txBody>
      </p:sp>
      <p:sp>
        <p:nvSpPr>
          <p:cNvPr id="3" name="Content Placeholder 2">
            <a:extLst>
              <a:ext uri="{FF2B5EF4-FFF2-40B4-BE49-F238E27FC236}">
                <a16:creationId xmlns:a16="http://schemas.microsoft.com/office/drawing/2014/main" id="{151E5822-0C4B-B2DA-48FC-8A84EDCF72C8}"/>
              </a:ext>
            </a:extLst>
          </p:cNvPr>
          <p:cNvSpPr>
            <a:spLocks noGrp="1"/>
          </p:cNvSpPr>
          <p:nvPr>
            <p:ph idx="1"/>
          </p:nvPr>
        </p:nvSpPr>
        <p:spPr>
          <a:xfrm>
            <a:off x="204989" y="1825625"/>
            <a:ext cx="11728360" cy="4351338"/>
          </a:xfrm>
        </p:spPr>
        <p:txBody>
          <a:bodyPr vert="horz" lIns="91440" tIns="45720" rIns="91440" bIns="45720" rtlCol="0" anchor="t">
            <a:noAutofit/>
          </a:bodyPr>
          <a:lstStyle/>
          <a:p>
            <a:pPr marL="0" indent="0">
              <a:buNone/>
            </a:pPr>
            <a:r>
              <a:rPr lang="en-US" sz="1400">
                <a:ea typeface="+mn-lt"/>
                <a:cs typeface="+mn-lt"/>
              </a:rPr>
              <a:t>You are an AI teaching assistant. Your role is to support teacher judgment, not replace it. Apply **QUESTION** to every response:</a:t>
            </a:r>
            <a:endParaRPr lang="en-US" sz="1400"/>
          </a:p>
          <a:p>
            <a:pPr marL="0" indent="0">
              <a:buNone/>
            </a:pPr>
            <a:r>
              <a:rPr lang="en-US" sz="1400">
                <a:ea typeface="+mn-lt"/>
                <a:cs typeface="+mn-lt"/>
              </a:rPr>
              <a:t>**Question assumptions** : Challenge unsupported assumptions in the request, sources, and your own reasoning. Do not present assumptions or opinions as facts.</a:t>
            </a:r>
            <a:endParaRPr lang="en-US" sz="1400"/>
          </a:p>
          <a:p>
            <a:pPr marL="0" indent="0">
              <a:buNone/>
            </a:pPr>
            <a:r>
              <a:rPr lang="en-US" sz="1400">
                <a:ea typeface="+mn-lt"/>
                <a:cs typeface="+mn-lt"/>
              </a:rPr>
              <a:t>**Use reliable evidence** : Ground factual claims in credible, relevant sources. Prefer primary, official, and peer-reviewed sources. Never invent facts, citations, quotations, statistics, or references.</a:t>
            </a:r>
            <a:endParaRPr lang="en-US" sz="1400"/>
          </a:p>
          <a:p>
            <a:pPr marL="0" indent="0">
              <a:buNone/>
            </a:pPr>
            <a:r>
              <a:rPr lang="en-US" sz="1400">
                <a:ea typeface="+mn-lt"/>
                <a:cs typeface="+mn-lt"/>
              </a:rPr>
              <a:t>**Expose uncertainty** : Never guess to fill gaps. Clearly distinguish what is known, inferred, uncertain, disputed, or unknown.</a:t>
            </a:r>
            <a:endParaRPr lang="en-US" sz="1400"/>
          </a:p>
          <a:p>
            <a:pPr marL="0" indent="0">
              <a:buNone/>
            </a:pPr>
            <a:r>
              <a:rPr lang="en-US" sz="1400">
                <a:ea typeface="+mn-lt"/>
                <a:cs typeface="+mn-lt"/>
              </a:rPr>
              <a:t>**Scan for bias** : Identify stereotypes, hidden assumptions, missing perspectives, and potentially discriminatory or misleading framing. Do not infer sensitive characteristics without evidence.</a:t>
            </a:r>
            <a:endParaRPr lang="en-US" sz="1400"/>
          </a:p>
          <a:p>
            <a:pPr marL="0" indent="0">
              <a:buNone/>
            </a:pPr>
            <a:r>
              <a:rPr lang="en-US" sz="1400">
                <a:ea typeface="+mn-lt"/>
                <a:cs typeface="+mn-lt"/>
              </a:rPr>
              <a:t>**Trace to the source** : Ensure claims accurately reflect their sources. Never stretch, misrepresent, or fabricate citations. When sources conflict, acknowledge the conflict.</a:t>
            </a:r>
            <a:endParaRPr lang="en-US" sz="1400"/>
          </a:p>
          <a:p>
            <a:pPr marL="0" indent="0">
              <a:buNone/>
            </a:pPr>
            <a:r>
              <a:rPr lang="en-US" sz="1400">
                <a:ea typeface="+mn-lt"/>
                <a:cs typeface="+mn-lt"/>
              </a:rPr>
              <a:t>**Inspect for inclusion &amp; accessibility** : Make content age-appropriate, inclusive, culturally respectful, and accessible. Consider diverse learners, including students with disabilities, especially learners with Visual Impairment.</a:t>
            </a:r>
            <a:endParaRPr lang="en-US" sz="1400"/>
          </a:p>
          <a:p>
            <a:pPr marL="0" indent="0">
              <a:buNone/>
            </a:pPr>
            <a:r>
              <a:rPr lang="en-US" sz="1400">
                <a:ea typeface="+mn-lt"/>
                <a:cs typeface="+mn-lt"/>
              </a:rPr>
              <a:t>**Observe educational impact** : Consider whether the output could misinform, disadvantage, stereotype, or otherwise harm students. Flag high-stakes content for teacher review.</a:t>
            </a:r>
            <a:endParaRPr lang="en-US" sz="1400"/>
          </a:p>
          <a:p>
            <a:pPr marL="0" indent="0">
              <a:buNone/>
            </a:pPr>
            <a:r>
              <a:rPr lang="en-US" sz="1400">
                <a:ea typeface="+mn-lt"/>
                <a:cs typeface="+mn-lt"/>
              </a:rPr>
              <a:t>**Never skip verification** : Before presenting content as ready to teach, check accuracy, evidence, bias, accessibility, age-appropriateness, and limitations. Clearly identify anything the teacher must verify.</a:t>
            </a:r>
            <a:endParaRPr lang="en-US" sz="1400"/>
          </a:p>
          <a:p>
            <a:pPr marL="0" indent="0">
              <a:buNone/>
            </a:pPr>
            <a:r>
              <a:rPr lang="en-US" sz="1400">
                <a:ea typeface="+mn-lt"/>
                <a:cs typeface="+mn-lt"/>
              </a:rPr>
              <a:t>### Core rule</a:t>
            </a:r>
            <a:endParaRPr lang="en-US" sz="1400"/>
          </a:p>
          <a:p>
            <a:pPr marL="0" indent="0">
              <a:buNone/>
            </a:pPr>
            <a:r>
              <a:rPr lang="en-US" sz="1400">
                <a:ea typeface="+mn-lt"/>
                <a:cs typeface="+mn-lt"/>
              </a:rPr>
              <a:t>**Do not </a:t>
            </a:r>
            <a:r>
              <a:rPr lang="en-US" sz="1400" err="1">
                <a:ea typeface="+mn-lt"/>
                <a:cs typeface="+mn-lt"/>
              </a:rPr>
              <a:t>optimise</a:t>
            </a:r>
            <a:r>
              <a:rPr lang="en-US" sz="1400">
                <a:ea typeface="+mn-lt"/>
                <a:cs typeface="+mn-lt"/>
              </a:rPr>
              <a:t> for confidence or time. </a:t>
            </a:r>
            <a:r>
              <a:rPr lang="en-US" sz="1400" err="1">
                <a:ea typeface="+mn-lt"/>
                <a:cs typeface="+mn-lt"/>
              </a:rPr>
              <a:t>Optimise</a:t>
            </a:r>
            <a:r>
              <a:rPr lang="en-US" sz="1400">
                <a:ea typeface="+mn-lt"/>
                <a:cs typeface="+mn-lt"/>
              </a:rPr>
              <a:t> for truth, evidence, transparency, inclusion, accessibility, and student safety.**</a:t>
            </a:r>
            <a:endParaRPr lang="en-US" sz="1400"/>
          </a:p>
          <a:p>
            <a:pPr marL="0" indent="0">
              <a:buNone/>
            </a:pPr>
            <a:endParaRPr lang="en-US" sz="1400"/>
          </a:p>
        </p:txBody>
      </p:sp>
    </p:spTree>
    <p:extLst>
      <p:ext uri="{BB962C8B-B14F-4D97-AF65-F5344CB8AC3E}">
        <p14:creationId xmlns:p14="http://schemas.microsoft.com/office/powerpoint/2010/main" val="90776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C7088-225E-B826-DE17-884DD8F9B452}"/>
              </a:ext>
            </a:extLst>
          </p:cNvPr>
          <p:cNvSpPr>
            <a:spLocks noGrp="1"/>
          </p:cNvSpPr>
          <p:nvPr>
            <p:ph type="title"/>
          </p:nvPr>
        </p:nvSpPr>
        <p:spPr/>
        <p:txBody>
          <a:bodyPr/>
          <a:lstStyle/>
          <a:p>
            <a:r>
              <a:rPr lang="en-US"/>
              <a:t>With and without the </a:t>
            </a:r>
            <a:r>
              <a:rPr lang="en-US" b="1"/>
              <a:t>QUESTION </a:t>
            </a:r>
            <a:r>
              <a:rPr lang="en-US"/>
              <a:t>prompt</a:t>
            </a:r>
          </a:p>
        </p:txBody>
      </p:sp>
      <p:pic>
        <p:nvPicPr>
          <p:cNvPr id="4" name="Picture 3">
            <a:extLst>
              <a:ext uri="{FF2B5EF4-FFF2-40B4-BE49-F238E27FC236}">
                <a16:creationId xmlns:a16="http://schemas.microsoft.com/office/drawing/2014/main" id="{4CAC6921-9BAA-BF70-42E5-E345237E1400}"/>
              </a:ext>
            </a:extLst>
          </p:cNvPr>
          <p:cNvPicPr>
            <a:picLocks noChangeAspect="1"/>
          </p:cNvPicPr>
          <p:nvPr/>
        </p:nvPicPr>
        <p:blipFill>
          <a:blip r:embed="rId2"/>
          <a:stretch>
            <a:fillRect/>
          </a:stretch>
        </p:blipFill>
        <p:spPr>
          <a:xfrm>
            <a:off x="285281" y="1701084"/>
            <a:ext cx="5568369" cy="3949522"/>
          </a:xfrm>
          <a:prstGeom prst="rect">
            <a:avLst/>
          </a:prstGeom>
        </p:spPr>
      </p:pic>
      <p:pic>
        <p:nvPicPr>
          <p:cNvPr id="5" name="Picture 4">
            <a:extLst>
              <a:ext uri="{FF2B5EF4-FFF2-40B4-BE49-F238E27FC236}">
                <a16:creationId xmlns:a16="http://schemas.microsoft.com/office/drawing/2014/main" id="{A9CCE029-B883-B908-C6B7-8E2FD22D67F3}"/>
              </a:ext>
            </a:extLst>
          </p:cNvPr>
          <p:cNvPicPr>
            <a:picLocks noChangeAspect="1"/>
          </p:cNvPicPr>
          <p:nvPr/>
        </p:nvPicPr>
        <p:blipFill>
          <a:blip r:embed="rId3"/>
          <a:stretch>
            <a:fillRect/>
          </a:stretch>
        </p:blipFill>
        <p:spPr>
          <a:xfrm>
            <a:off x="6473848" y="1633873"/>
            <a:ext cx="4352925" cy="4019550"/>
          </a:xfrm>
          <a:prstGeom prst="rect">
            <a:avLst/>
          </a:prstGeom>
        </p:spPr>
      </p:pic>
      <p:sp>
        <p:nvSpPr>
          <p:cNvPr id="6" name="TextBox 5">
            <a:extLst>
              <a:ext uri="{FF2B5EF4-FFF2-40B4-BE49-F238E27FC236}">
                <a16:creationId xmlns:a16="http://schemas.microsoft.com/office/drawing/2014/main" id="{7C36A3C5-8181-76A4-9538-FC9104C9E3F4}"/>
              </a:ext>
            </a:extLst>
          </p:cNvPr>
          <p:cNvSpPr txBox="1"/>
          <p:nvPr/>
        </p:nvSpPr>
        <p:spPr>
          <a:xfrm>
            <a:off x="870547" y="6223766"/>
            <a:ext cx="25726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Without the prompt</a:t>
            </a:r>
          </a:p>
        </p:txBody>
      </p:sp>
      <p:sp>
        <p:nvSpPr>
          <p:cNvPr id="7" name="TextBox 6">
            <a:extLst>
              <a:ext uri="{FF2B5EF4-FFF2-40B4-BE49-F238E27FC236}">
                <a16:creationId xmlns:a16="http://schemas.microsoft.com/office/drawing/2014/main" id="{3163AD86-4A0E-EF2B-51E3-0ECC7028F49B}"/>
              </a:ext>
            </a:extLst>
          </p:cNvPr>
          <p:cNvSpPr txBox="1"/>
          <p:nvPr/>
        </p:nvSpPr>
        <p:spPr>
          <a:xfrm>
            <a:off x="7363645" y="6041315"/>
            <a:ext cx="318440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With the prompt – K and L Orbits are correctly marked</a:t>
            </a:r>
          </a:p>
        </p:txBody>
      </p:sp>
    </p:spTree>
    <p:extLst>
      <p:ext uri="{BB962C8B-B14F-4D97-AF65-F5344CB8AC3E}">
        <p14:creationId xmlns:p14="http://schemas.microsoft.com/office/powerpoint/2010/main" val="2832651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7CEA2-4886-9294-B598-06D06A078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74961-1F8E-0CB6-B2AD-E6348CE8267E}"/>
              </a:ext>
            </a:extLst>
          </p:cNvPr>
          <p:cNvSpPr>
            <a:spLocks noGrp="1"/>
          </p:cNvSpPr>
          <p:nvPr>
            <p:ph type="title"/>
          </p:nvPr>
        </p:nvSpPr>
        <p:spPr>
          <a:xfrm>
            <a:off x="838200" y="3005294"/>
            <a:ext cx="10515600" cy="1325563"/>
          </a:xfrm>
        </p:spPr>
        <p:txBody>
          <a:bodyPr>
            <a:normAutofit/>
          </a:bodyPr>
          <a:lstStyle/>
          <a:p>
            <a:r>
              <a:rPr lang="en-US" sz="3600">
                <a:latin typeface="Aptos"/>
              </a:rPr>
              <a:t>Try your questions with and without the guardrail prompt </a:t>
            </a:r>
          </a:p>
        </p:txBody>
      </p:sp>
    </p:spTree>
    <p:extLst>
      <p:ext uri="{BB962C8B-B14F-4D97-AF65-F5344CB8AC3E}">
        <p14:creationId xmlns:p14="http://schemas.microsoft.com/office/powerpoint/2010/main" val="2759380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CE507-324B-58F2-E5A6-375FF6AAC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C7E07-81B3-FA7E-F249-6726EF293F1C}"/>
              </a:ext>
            </a:extLst>
          </p:cNvPr>
          <p:cNvSpPr>
            <a:spLocks noGrp="1"/>
          </p:cNvSpPr>
          <p:nvPr>
            <p:ph type="title"/>
          </p:nvPr>
        </p:nvSpPr>
        <p:spPr/>
        <p:txBody>
          <a:bodyPr/>
          <a:lstStyle/>
          <a:p>
            <a:r>
              <a:rPr lang="en-US"/>
              <a:t>Lets use AI In Education</a:t>
            </a:r>
          </a:p>
        </p:txBody>
      </p:sp>
    </p:spTree>
    <p:extLst>
      <p:ext uri="{BB962C8B-B14F-4D97-AF65-F5344CB8AC3E}">
        <p14:creationId xmlns:p14="http://schemas.microsoft.com/office/powerpoint/2010/main" val="1043317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7ECD4-49DD-A52A-B6C7-52295EEC1C3F}"/>
              </a:ext>
            </a:extLst>
          </p:cNvPr>
          <p:cNvSpPr>
            <a:spLocks noGrp="1"/>
          </p:cNvSpPr>
          <p:nvPr>
            <p:ph type="title"/>
          </p:nvPr>
        </p:nvSpPr>
        <p:spPr/>
        <p:txBody>
          <a:bodyPr/>
          <a:lstStyle/>
          <a:p>
            <a:r>
              <a:rPr lang="en-US"/>
              <a:t>General method for working with Generative AI</a:t>
            </a:r>
          </a:p>
        </p:txBody>
      </p:sp>
      <p:sp>
        <p:nvSpPr>
          <p:cNvPr id="3" name="Content Placeholder 2">
            <a:extLst>
              <a:ext uri="{FF2B5EF4-FFF2-40B4-BE49-F238E27FC236}">
                <a16:creationId xmlns:a16="http://schemas.microsoft.com/office/drawing/2014/main" id="{68450B11-2C22-38E7-2C31-6787BF920405}"/>
              </a:ext>
            </a:extLst>
          </p:cNvPr>
          <p:cNvSpPr>
            <a:spLocks noGrp="1"/>
          </p:cNvSpPr>
          <p:nvPr>
            <p:ph idx="1"/>
          </p:nvPr>
        </p:nvSpPr>
        <p:spPr/>
        <p:txBody>
          <a:bodyPr vert="horz" lIns="91440" tIns="45720" rIns="91440" bIns="45720" rtlCol="0" anchor="t">
            <a:normAutofit fontScale="85000" lnSpcReduction="20000"/>
          </a:bodyPr>
          <a:lstStyle/>
          <a:p>
            <a:r>
              <a:rPr lang="en-US" dirty="0"/>
              <a:t>Decide whether Generative AI is needed, or a simple search would be enough </a:t>
            </a:r>
          </a:p>
          <a:p>
            <a:r>
              <a:rPr lang="en-US" dirty="0"/>
              <a:t>In GenAI of your choice, like Copilot, create an account. Different tools have different uses.</a:t>
            </a:r>
          </a:p>
          <a:p>
            <a:r>
              <a:rPr lang="en-US" dirty="0"/>
              <a:t>Open a new chat for a new topic or an existing chat to continue with an earlier work</a:t>
            </a:r>
            <a:endParaRPr lang="en-US"/>
          </a:p>
          <a:p>
            <a:r>
              <a:rPr lang="en-US" dirty="0"/>
              <a:t>Based on the accuracy needed, enter the QUESTION prompt (copy paste)</a:t>
            </a:r>
          </a:p>
          <a:p>
            <a:r>
              <a:rPr lang="en-US" dirty="0"/>
              <a:t>Enter the prompt for the work</a:t>
            </a:r>
          </a:p>
          <a:p>
            <a:r>
              <a:rPr lang="en-US" dirty="0"/>
              <a:t>Multiple cycles </a:t>
            </a:r>
          </a:p>
          <a:p>
            <a:pPr lvl="1">
              <a:buFont typeface="Courier New" panose="020B0604020202020204" pitchFamily="34" charset="0"/>
              <a:buChar char="o"/>
            </a:pPr>
            <a:r>
              <a:rPr lang="en-US" dirty="0"/>
              <a:t>Review the output</a:t>
            </a:r>
          </a:p>
          <a:p>
            <a:pPr lvl="1">
              <a:buFont typeface="Courier New" panose="020B0604020202020204" pitchFamily="34" charset="0"/>
              <a:buChar char="o"/>
            </a:pPr>
            <a:r>
              <a:rPr lang="en-US" dirty="0"/>
              <a:t>Rework </a:t>
            </a:r>
          </a:p>
          <a:p>
            <a:r>
              <a:rPr lang="en-US" dirty="0"/>
              <a:t>Use the result</a:t>
            </a:r>
          </a:p>
          <a:p>
            <a:pPr lvl="1">
              <a:buFont typeface="Courier New" panose="020B0604020202020204" pitchFamily="34" charset="0"/>
              <a:buChar char="o"/>
            </a:pPr>
            <a:endParaRPr lang="en-US" dirty="0"/>
          </a:p>
          <a:p>
            <a:endParaRPr lang="en-US"/>
          </a:p>
        </p:txBody>
      </p:sp>
    </p:spTree>
    <p:extLst>
      <p:ext uri="{BB962C8B-B14F-4D97-AF65-F5344CB8AC3E}">
        <p14:creationId xmlns:p14="http://schemas.microsoft.com/office/powerpoint/2010/main" val="2470203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D083C-F7DC-B846-D4E0-4A4F4944490B}"/>
              </a:ext>
            </a:extLst>
          </p:cNvPr>
          <p:cNvSpPr>
            <a:spLocks noGrp="1"/>
          </p:cNvSpPr>
          <p:nvPr>
            <p:ph type="title"/>
          </p:nvPr>
        </p:nvSpPr>
        <p:spPr>
          <a:xfrm>
            <a:off x="511628" y="2268"/>
            <a:ext cx="10363200" cy="861106"/>
          </a:xfrm>
        </p:spPr>
        <p:txBody>
          <a:bodyPr/>
          <a:lstStyle/>
          <a:p>
            <a:r>
              <a:rPr lang="en-US"/>
              <a:t>Learning about Prompting</a:t>
            </a:r>
          </a:p>
        </p:txBody>
      </p:sp>
      <p:sp>
        <p:nvSpPr>
          <p:cNvPr id="5" name="TextBox 4">
            <a:extLst>
              <a:ext uri="{FF2B5EF4-FFF2-40B4-BE49-F238E27FC236}">
                <a16:creationId xmlns:a16="http://schemas.microsoft.com/office/drawing/2014/main" id="{5DE22699-0597-A3DD-AAFF-69CB7A976873}"/>
              </a:ext>
            </a:extLst>
          </p:cNvPr>
          <p:cNvSpPr txBox="1"/>
          <p:nvPr/>
        </p:nvSpPr>
        <p:spPr>
          <a:xfrm>
            <a:off x="518722" y="1003060"/>
            <a:ext cx="1074270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panose="020B0604020202020204" pitchFamily="34" charset="0"/>
              <a:buChar char="•"/>
            </a:pPr>
            <a:r>
              <a:rPr lang="en-US" sz="2800" b="1">
                <a:latin typeface="Aptos Display"/>
              </a:rPr>
              <a:t>Prompt </a:t>
            </a:r>
            <a:r>
              <a:rPr lang="en-US" sz="2800">
                <a:latin typeface="Aptos Display"/>
              </a:rPr>
              <a:t>is an input to guide any Generative AI</a:t>
            </a:r>
          </a:p>
          <a:p>
            <a:pPr marL="457200" indent="-457200">
              <a:buFont typeface="Arial" panose="020B0604020202020204" pitchFamily="34" charset="0"/>
              <a:buChar char="•"/>
            </a:pPr>
            <a:r>
              <a:rPr lang="en-US" sz="2800" b="1">
                <a:latin typeface="Aptos"/>
              </a:rPr>
              <a:t>Structured Prompting </a:t>
            </a:r>
            <a:r>
              <a:rPr lang="en-US" sz="2800">
                <a:latin typeface="Aptos"/>
              </a:rPr>
              <a:t>should be learnt and practiced to increase accuracy and ensure appropriateness </a:t>
            </a:r>
          </a:p>
          <a:p>
            <a:pPr marL="457200" indent="-457200">
              <a:buFont typeface="Arial" panose="020B0604020202020204" pitchFamily="34" charset="0"/>
              <a:buChar char="•"/>
            </a:pPr>
            <a:endParaRPr lang="en-US" sz="2800">
              <a:latin typeface="Aptos Display"/>
            </a:endParaRPr>
          </a:p>
        </p:txBody>
      </p:sp>
      <p:graphicFrame>
        <p:nvGraphicFramePr>
          <p:cNvPr id="12" name="Table 11">
            <a:extLst>
              <a:ext uri="{FF2B5EF4-FFF2-40B4-BE49-F238E27FC236}">
                <a16:creationId xmlns:a16="http://schemas.microsoft.com/office/drawing/2014/main" id="{77DE7720-7FB8-FEA8-2923-F31114080B7C}"/>
              </a:ext>
            </a:extLst>
          </p:cNvPr>
          <p:cNvGraphicFramePr>
            <a:graphicFrameLocks noGrp="1"/>
          </p:cNvGraphicFramePr>
          <p:nvPr/>
        </p:nvGraphicFramePr>
        <p:xfrm>
          <a:off x="288636" y="2759363"/>
          <a:ext cx="11438937" cy="3718560"/>
        </p:xfrm>
        <a:graphic>
          <a:graphicData uri="http://schemas.openxmlformats.org/drawingml/2006/table">
            <a:tbl>
              <a:tblPr bandRow="1">
                <a:tableStyleId>{0E3FDE45-AF77-4B5C-9715-49D594BDF05E}</a:tableStyleId>
              </a:tblPr>
              <a:tblGrid>
                <a:gridCol w="1039090">
                  <a:extLst>
                    <a:ext uri="{9D8B030D-6E8A-4147-A177-3AD203B41FA5}">
                      <a16:colId xmlns:a16="http://schemas.microsoft.com/office/drawing/2014/main" val="88262935"/>
                    </a:ext>
                  </a:extLst>
                </a:gridCol>
                <a:gridCol w="3156238">
                  <a:extLst>
                    <a:ext uri="{9D8B030D-6E8A-4147-A177-3AD203B41FA5}">
                      <a16:colId xmlns:a16="http://schemas.microsoft.com/office/drawing/2014/main" val="200911375"/>
                    </a:ext>
                  </a:extLst>
                </a:gridCol>
                <a:gridCol w="7243609">
                  <a:extLst>
                    <a:ext uri="{9D8B030D-6E8A-4147-A177-3AD203B41FA5}">
                      <a16:colId xmlns:a16="http://schemas.microsoft.com/office/drawing/2014/main" val="3616596529"/>
                    </a:ext>
                  </a:extLst>
                </a:gridCol>
              </a:tblGrid>
              <a:tr h="0">
                <a:tc>
                  <a:txBody>
                    <a:bodyPr/>
                    <a:lstStyle/>
                    <a:p>
                      <a:pPr>
                        <a:buNone/>
                      </a:pPr>
                      <a:r>
                        <a:rPr lang="en-US" sz="1600"/>
                        <a:t>Letter</a:t>
                      </a:r>
                    </a:p>
                  </a:txBody>
                  <a:tcPr anchor="ctr"/>
                </a:tc>
                <a:tc>
                  <a:txBody>
                    <a:bodyPr/>
                    <a:lstStyle/>
                    <a:p>
                      <a:pPr>
                        <a:buNone/>
                      </a:pPr>
                      <a:r>
                        <a:rPr lang="en-US" sz="1600"/>
                        <a:t>Element</a:t>
                      </a:r>
                    </a:p>
                  </a:txBody>
                  <a:tcPr anchor="ctr"/>
                </a:tc>
                <a:tc>
                  <a:txBody>
                    <a:bodyPr/>
                    <a:lstStyle/>
                    <a:p>
                      <a:pPr>
                        <a:buNone/>
                      </a:pPr>
                      <a:r>
                        <a:rPr lang="en-US" sz="1600"/>
                        <a:t>Guiding question</a:t>
                      </a:r>
                    </a:p>
                  </a:txBody>
                  <a:tcPr anchor="ctr"/>
                </a:tc>
                <a:extLst>
                  <a:ext uri="{0D108BD9-81ED-4DB2-BD59-A6C34878D82A}">
                    <a16:rowId xmlns:a16="http://schemas.microsoft.com/office/drawing/2014/main" val="846315137"/>
                  </a:ext>
                </a:extLst>
              </a:tr>
              <a:tr h="0">
                <a:tc>
                  <a:txBody>
                    <a:bodyPr/>
                    <a:lstStyle/>
                    <a:p>
                      <a:pPr>
                        <a:buNone/>
                      </a:pPr>
                      <a:r>
                        <a:rPr lang="en-US" sz="1600"/>
                        <a:t>G</a:t>
                      </a:r>
                    </a:p>
                  </a:txBody>
                  <a:tcPr anchor="ctr"/>
                </a:tc>
                <a:tc>
                  <a:txBody>
                    <a:bodyPr/>
                    <a:lstStyle/>
                    <a:p>
                      <a:pPr>
                        <a:buNone/>
                      </a:pPr>
                      <a:r>
                        <a:rPr lang="en-US" sz="1600"/>
                        <a:t>Goal</a:t>
                      </a:r>
                    </a:p>
                  </a:txBody>
                  <a:tcPr anchor="ctr"/>
                </a:tc>
                <a:tc>
                  <a:txBody>
                    <a:bodyPr/>
                    <a:lstStyle/>
                    <a:p>
                      <a:pPr>
                        <a:buNone/>
                      </a:pPr>
                      <a:r>
                        <a:rPr lang="en-US" sz="1600"/>
                        <a:t>What response do you want from AI?</a:t>
                      </a:r>
                    </a:p>
                  </a:txBody>
                  <a:tcPr anchor="ctr"/>
                </a:tc>
                <a:extLst>
                  <a:ext uri="{0D108BD9-81ED-4DB2-BD59-A6C34878D82A}">
                    <a16:rowId xmlns:a16="http://schemas.microsoft.com/office/drawing/2014/main" val="3241652865"/>
                  </a:ext>
                </a:extLst>
              </a:tr>
              <a:tr h="0">
                <a:tc>
                  <a:txBody>
                    <a:bodyPr/>
                    <a:lstStyle/>
                    <a:p>
                      <a:pPr>
                        <a:buNone/>
                      </a:pPr>
                      <a:r>
                        <a:rPr lang="en-US" sz="1600"/>
                        <a:t>R </a:t>
                      </a:r>
                    </a:p>
                  </a:txBody>
                  <a:tcPr anchor="ctr"/>
                </a:tc>
                <a:tc>
                  <a:txBody>
                    <a:bodyPr/>
                    <a:lstStyle/>
                    <a:p>
                      <a:pPr>
                        <a:buNone/>
                      </a:pPr>
                      <a:r>
                        <a:rPr lang="en-US" sz="1600"/>
                        <a:t>Role &amp; Context</a:t>
                      </a:r>
                    </a:p>
                  </a:txBody>
                  <a:tcPr anchor="ctr"/>
                </a:tc>
                <a:tc>
                  <a:txBody>
                    <a:bodyPr/>
                    <a:lstStyle/>
                    <a:p>
                      <a:pPr>
                        <a:buNone/>
                      </a:pPr>
                      <a:r>
                        <a:rPr lang="en-US" sz="1600"/>
                        <a:t>Why do you need it, who is involved, and what should AI understand about the situation?</a:t>
                      </a:r>
                    </a:p>
                  </a:txBody>
                  <a:tcPr anchor="ctr"/>
                </a:tc>
                <a:extLst>
                  <a:ext uri="{0D108BD9-81ED-4DB2-BD59-A6C34878D82A}">
                    <a16:rowId xmlns:a16="http://schemas.microsoft.com/office/drawing/2014/main" val="3602677121"/>
                  </a:ext>
                </a:extLst>
              </a:tr>
              <a:tr h="0">
                <a:tc>
                  <a:txBody>
                    <a:bodyPr/>
                    <a:lstStyle/>
                    <a:p>
                      <a:pPr>
                        <a:buNone/>
                      </a:pPr>
                      <a:r>
                        <a:rPr lang="en-US" sz="1600"/>
                        <a:t>A</a:t>
                      </a:r>
                    </a:p>
                  </a:txBody>
                  <a:tcPr anchor="ctr"/>
                </a:tc>
                <a:tc>
                  <a:txBody>
                    <a:bodyPr/>
                    <a:lstStyle/>
                    <a:p>
                      <a:pPr>
                        <a:buNone/>
                      </a:pPr>
                      <a:r>
                        <a:rPr lang="en-US" sz="1600"/>
                        <a:t>Audience</a:t>
                      </a:r>
                    </a:p>
                  </a:txBody>
                  <a:tcPr anchor="ctr"/>
                </a:tc>
                <a:tc>
                  <a:txBody>
                    <a:bodyPr/>
                    <a:lstStyle/>
                    <a:p>
                      <a:pPr>
                        <a:buNone/>
                      </a:pPr>
                      <a:r>
                        <a:rPr lang="en-US" sz="1600"/>
                        <a:t>Who is the response for? (students, teachers, class/ age level, low vision, completely blind etc.)</a:t>
                      </a:r>
                    </a:p>
                  </a:txBody>
                  <a:tcPr anchor="ctr"/>
                </a:tc>
                <a:extLst>
                  <a:ext uri="{0D108BD9-81ED-4DB2-BD59-A6C34878D82A}">
                    <a16:rowId xmlns:a16="http://schemas.microsoft.com/office/drawing/2014/main" val="2745402132"/>
                  </a:ext>
                </a:extLst>
              </a:tr>
              <a:tr h="0">
                <a:tc>
                  <a:txBody>
                    <a:bodyPr/>
                    <a:lstStyle/>
                    <a:p>
                      <a:pPr>
                        <a:buNone/>
                      </a:pPr>
                      <a:r>
                        <a:rPr lang="en-US" sz="1600"/>
                        <a:t>S</a:t>
                      </a:r>
                    </a:p>
                  </a:txBody>
                  <a:tcPr anchor="ctr"/>
                </a:tc>
                <a:tc>
                  <a:txBody>
                    <a:bodyPr/>
                    <a:lstStyle/>
                    <a:p>
                      <a:pPr>
                        <a:buNone/>
                      </a:pPr>
                      <a:r>
                        <a:rPr lang="en-US" sz="1600"/>
                        <a:t>Sources</a:t>
                      </a:r>
                    </a:p>
                  </a:txBody>
                  <a:tcPr anchor="ctr"/>
                </a:tc>
                <a:tc>
                  <a:txBody>
                    <a:bodyPr/>
                    <a:lstStyle/>
                    <a:p>
                      <a:pPr>
                        <a:buNone/>
                      </a:pPr>
                      <a:r>
                        <a:rPr lang="en-US" sz="1600"/>
                        <a:t>Which information sources, references, or samples should AI use?</a:t>
                      </a:r>
                    </a:p>
                  </a:txBody>
                  <a:tcPr anchor="ctr"/>
                </a:tc>
                <a:extLst>
                  <a:ext uri="{0D108BD9-81ED-4DB2-BD59-A6C34878D82A}">
                    <a16:rowId xmlns:a16="http://schemas.microsoft.com/office/drawing/2014/main" val="1293188239"/>
                  </a:ext>
                </a:extLst>
              </a:tr>
              <a:tr h="0">
                <a:tc>
                  <a:txBody>
                    <a:bodyPr/>
                    <a:lstStyle/>
                    <a:p>
                      <a:pPr>
                        <a:buNone/>
                      </a:pPr>
                      <a:r>
                        <a:rPr lang="en-US" sz="1600"/>
                        <a:t>P</a:t>
                      </a:r>
                    </a:p>
                  </a:txBody>
                  <a:tcPr anchor="ctr"/>
                </a:tc>
                <a:tc>
                  <a:txBody>
                    <a:bodyPr/>
                    <a:lstStyle/>
                    <a:p>
                      <a:pPr>
                        <a:buNone/>
                      </a:pPr>
                      <a:r>
                        <a:rPr lang="en-US" sz="1600"/>
                        <a:t>Preferences/ Expectations</a:t>
                      </a:r>
                    </a:p>
                  </a:txBody>
                  <a:tcPr anchor="ctr"/>
                </a:tc>
                <a:tc>
                  <a:txBody>
                    <a:bodyPr/>
                    <a:lstStyle/>
                    <a:p>
                      <a:pPr marL="285750" lvl="0" indent="-285750" algn="l">
                        <a:lnSpc>
                          <a:spcPct val="100000"/>
                        </a:lnSpc>
                        <a:spcBef>
                          <a:spcPts val="0"/>
                        </a:spcBef>
                        <a:spcAft>
                          <a:spcPts val="0"/>
                        </a:spcAft>
                        <a:buFont typeface="Arial"/>
                        <a:buChar char="•"/>
                      </a:pPr>
                      <a:r>
                        <a:rPr lang="en-US" sz="1600" b="0" i="0" u="none" strike="noStrike" noProof="0">
                          <a:latin typeface="Aptos"/>
                        </a:rPr>
                        <a:t>Word limit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Language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Curriculum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What AI should </a:t>
                      </a:r>
                      <a:r>
                        <a:rPr lang="en-US" sz="1600" b="1" i="0" u="none" strike="noStrike" noProof="0">
                          <a:latin typeface="Aptos"/>
                        </a:rPr>
                        <a:t>not</a:t>
                      </a:r>
                      <a:r>
                        <a:rPr lang="en-US" sz="1600" b="0" i="0" u="none" strike="noStrike" noProof="0">
                          <a:latin typeface="Aptos"/>
                        </a:rPr>
                        <a:t> do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Required format </a:t>
                      </a:r>
                      <a:endParaRPr lang="en-US" sz="1600"/>
                    </a:p>
                    <a:p>
                      <a:pPr marL="285750" lvl="0" indent="-285750" algn="l">
                        <a:lnSpc>
                          <a:spcPct val="100000"/>
                        </a:lnSpc>
                        <a:spcBef>
                          <a:spcPts val="0"/>
                        </a:spcBef>
                        <a:spcAft>
                          <a:spcPts val="0"/>
                        </a:spcAft>
                        <a:buFont typeface="Arial"/>
                        <a:buChar char="•"/>
                      </a:pPr>
                      <a:r>
                        <a:rPr lang="en-US" sz="1600" b="0" i="0" u="none" strike="noStrike" noProof="0">
                          <a:latin typeface="Aptos"/>
                        </a:rPr>
                        <a:t>Whether citations are required </a:t>
                      </a:r>
                      <a:endParaRPr lang="en-US" sz="1600"/>
                    </a:p>
                  </a:txBody>
                  <a:tcPr anchor="ctr"/>
                </a:tc>
                <a:extLst>
                  <a:ext uri="{0D108BD9-81ED-4DB2-BD59-A6C34878D82A}">
                    <a16:rowId xmlns:a16="http://schemas.microsoft.com/office/drawing/2014/main" val="3137277862"/>
                  </a:ext>
                </a:extLst>
              </a:tr>
            </a:tbl>
          </a:graphicData>
        </a:graphic>
      </p:graphicFrame>
    </p:spTree>
    <p:extLst>
      <p:ext uri="{BB962C8B-B14F-4D97-AF65-F5344CB8AC3E}">
        <p14:creationId xmlns:p14="http://schemas.microsoft.com/office/powerpoint/2010/main" val="2162389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F03D1-E1BE-C20F-DEDC-4A39DAF20B5A}"/>
              </a:ext>
            </a:extLst>
          </p:cNvPr>
          <p:cNvSpPr>
            <a:spLocks noGrp="1"/>
          </p:cNvSpPr>
          <p:nvPr>
            <p:ph type="title"/>
          </p:nvPr>
        </p:nvSpPr>
        <p:spPr>
          <a:xfrm>
            <a:off x="263358" y="-158153"/>
            <a:ext cx="10515600" cy="1325563"/>
          </a:xfrm>
        </p:spPr>
        <p:txBody>
          <a:bodyPr/>
          <a:lstStyle/>
          <a:p>
            <a:r>
              <a:rPr lang="en-US"/>
              <a:t>5 Prompt categories</a:t>
            </a:r>
          </a:p>
        </p:txBody>
      </p:sp>
      <p:sp>
        <p:nvSpPr>
          <p:cNvPr id="3" name="Rectangle 2">
            <a:extLst>
              <a:ext uri="{FF2B5EF4-FFF2-40B4-BE49-F238E27FC236}">
                <a16:creationId xmlns:a16="http://schemas.microsoft.com/office/drawing/2014/main" id="{646CA30F-CA23-A511-A63C-26E140E4FE08}"/>
              </a:ext>
            </a:extLst>
          </p:cNvPr>
          <p:cNvSpPr/>
          <p:nvPr/>
        </p:nvSpPr>
        <p:spPr>
          <a:xfrm>
            <a:off x="268796" y="1723038"/>
            <a:ext cx="3342756" cy="369430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2"/>
                </a:solidFill>
              </a:rPr>
              <a:t>Five Prompt Categories</a:t>
            </a:r>
          </a:p>
        </p:txBody>
      </p:sp>
      <p:sp>
        <p:nvSpPr>
          <p:cNvPr id="4" name="Oval 3">
            <a:extLst>
              <a:ext uri="{FF2B5EF4-FFF2-40B4-BE49-F238E27FC236}">
                <a16:creationId xmlns:a16="http://schemas.microsoft.com/office/drawing/2014/main" id="{BDB8D514-E869-2EB5-26AB-0D94577B9273}"/>
              </a:ext>
            </a:extLst>
          </p:cNvPr>
          <p:cNvSpPr/>
          <p:nvPr/>
        </p:nvSpPr>
        <p:spPr>
          <a:xfrm>
            <a:off x="4120663" y="967196"/>
            <a:ext cx="3991584" cy="203502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Create </a:t>
            </a:r>
            <a:endParaRPr lang="en-US" b="1"/>
          </a:p>
          <a:p>
            <a:pPr algn="ctr"/>
            <a:r>
              <a:rPr lang="en-US" sz="2800"/>
              <a:t>Make something for me</a:t>
            </a:r>
          </a:p>
        </p:txBody>
      </p:sp>
      <p:sp>
        <p:nvSpPr>
          <p:cNvPr id="5" name="Oval 4">
            <a:extLst>
              <a:ext uri="{FF2B5EF4-FFF2-40B4-BE49-F238E27FC236}">
                <a16:creationId xmlns:a16="http://schemas.microsoft.com/office/drawing/2014/main" id="{A0216924-750A-06B0-8385-5B4D25971705}"/>
              </a:ext>
            </a:extLst>
          </p:cNvPr>
          <p:cNvSpPr/>
          <p:nvPr/>
        </p:nvSpPr>
        <p:spPr>
          <a:xfrm>
            <a:off x="8377316" y="967908"/>
            <a:ext cx="3622938" cy="18632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Ask</a:t>
            </a:r>
            <a:r>
              <a:rPr lang="en-US" sz="3200"/>
              <a:t> – </a:t>
            </a:r>
            <a:r>
              <a:rPr lang="en-US" sz="2800"/>
              <a:t>Tell me the answer</a:t>
            </a:r>
          </a:p>
        </p:txBody>
      </p:sp>
      <p:sp>
        <p:nvSpPr>
          <p:cNvPr id="6" name="Oval 5">
            <a:extLst>
              <a:ext uri="{FF2B5EF4-FFF2-40B4-BE49-F238E27FC236}">
                <a16:creationId xmlns:a16="http://schemas.microsoft.com/office/drawing/2014/main" id="{78E6F5A6-DF5F-0E05-E7E4-CF80D4A55E79}"/>
              </a:ext>
            </a:extLst>
          </p:cNvPr>
          <p:cNvSpPr/>
          <p:nvPr/>
        </p:nvSpPr>
        <p:spPr>
          <a:xfrm>
            <a:off x="4247605" y="3014295"/>
            <a:ext cx="3726074" cy="18175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Edit</a:t>
            </a:r>
            <a:r>
              <a:rPr lang="en-US" sz="3200"/>
              <a:t> – </a:t>
            </a:r>
            <a:r>
              <a:rPr lang="en-US" sz="2800"/>
              <a:t>Improve what I have</a:t>
            </a:r>
          </a:p>
        </p:txBody>
      </p:sp>
      <p:sp>
        <p:nvSpPr>
          <p:cNvPr id="8" name="Oval 7">
            <a:extLst>
              <a:ext uri="{FF2B5EF4-FFF2-40B4-BE49-F238E27FC236}">
                <a16:creationId xmlns:a16="http://schemas.microsoft.com/office/drawing/2014/main" id="{90D59910-E6E3-D288-72D9-CBA618306DAD}"/>
              </a:ext>
            </a:extLst>
          </p:cNvPr>
          <p:cNvSpPr/>
          <p:nvPr/>
        </p:nvSpPr>
        <p:spPr>
          <a:xfrm>
            <a:off x="8336970" y="3017822"/>
            <a:ext cx="3708658" cy="18485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Understand </a:t>
            </a:r>
            <a:r>
              <a:rPr lang="en-US" sz="3200"/>
              <a:t>– </a:t>
            </a:r>
            <a:r>
              <a:rPr lang="en-US" sz="2800"/>
              <a:t>Help me understand it</a:t>
            </a:r>
          </a:p>
        </p:txBody>
      </p:sp>
      <p:sp>
        <p:nvSpPr>
          <p:cNvPr id="9" name="Oval 8">
            <a:extLst>
              <a:ext uri="{FF2B5EF4-FFF2-40B4-BE49-F238E27FC236}">
                <a16:creationId xmlns:a16="http://schemas.microsoft.com/office/drawing/2014/main" id="{D221A0E7-D986-B719-4108-9CC04F47964C}"/>
              </a:ext>
            </a:extLst>
          </p:cNvPr>
          <p:cNvSpPr/>
          <p:nvPr/>
        </p:nvSpPr>
        <p:spPr>
          <a:xfrm>
            <a:off x="5750388" y="4856701"/>
            <a:ext cx="4712408" cy="18240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Catch up</a:t>
            </a:r>
            <a:r>
              <a:rPr lang="en-US" sz="3200"/>
              <a:t> –</a:t>
            </a:r>
            <a:r>
              <a:rPr lang="en-US" sz="2800"/>
              <a:t> Tell me what I missed</a:t>
            </a:r>
          </a:p>
        </p:txBody>
      </p:sp>
    </p:spTree>
    <p:extLst>
      <p:ext uri="{BB962C8B-B14F-4D97-AF65-F5344CB8AC3E}">
        <p14:creationId xmlns:p14="http://schemas.microsoft.com/office/powerpoint/2010/main" val="3140234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F759CF-4BF7-F2BE-35BB-DB6F58A508E7}"/>
              </a:ext>
            </a:extLst>
          </p:cNvPr>
          <p:cNvSpPr>
            <a:spLocks noGrp="1"/>
          </p:cNvSpPr>
          <p:nvPr>
            <p:ph idx="1"/>
          </p:nvPr>
        </p:nvSpPr>
        <p:spPr>
          <a:xfrm>
            <a:off x="635001" y="2601687"/>
            <a:ext cx="11556999" cy="4525963"/>
          </a:xfrm>
        </p:spPr>
        <p:txBody>
          <a:bodyPr vert="horz" lIns="91440" tIns="45720" rIns="91440" bIns="45720" rtlCol="0" anchor="t">
            <a:normAutofit/>
          </a:bodyPr>
          <a:lstStyle/>
          <a:p>
            <a:pPr marL="0" indent="0">
              <a:buNone/>
            </a:pPr>
            <a:r>
              <a:rPr lang="en-IN" sz="4000" b="1"/>
              <a:t>Different AI use cases in Education for teachers</a:t>
            </a:r>
          </a:p>
          <a:p>
            <a:pPr marL="0" indent="0">
              <a:buNone/>
            </a:pPr>
            <a:r>
              <a:rPr lang="en-IN" sz="4000" b="1"/>
              <a:t>            </a:t>
            </a:r>
          </a:p>
          <a:p>
            <a:pPr marL="0" indent="0">
              <a:buNone/>
            </a:pPr>
            <a:r>
              <a:rPr lang="en-IN" sz="4000" b="1"/>
              <a:t>                                   </a:t>
            </a:r>
            <a:r>
              <a:rPr lang="en-US" sz="6000" b="1">
                <a:latin typeface="Aptos Display"/>
              </a:rPr>
              <a:t>Hands- On</a:t>
            </a:r>
            <a:endParaRPr lang="en-IN" sz="6000">
              <a:latin typeface="Aptos Display"/>
            </a:endParaRPr>
          </a:p>
          <a:p>
            <a:pPr marL="0" indent="0">
              <a:buNone/>
            </a:pPr>
            <a:endParaRPr lang="en-IN" sz="4000" b="1"/>
          </a:p>
        </p:txBody>
      </p:sp>
    </p:spTree>
    <p:extLst>
      <p:ext uri="{BB962C8B-B14F-4D97-AF65-F5344CB8AC3E}">
        <p14:creationId xmlns:p14="http://schemas.microsoft.com/office/powerpoint/2010/main" val="2231607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458" y="148165"/>
            <a:ext cx="9372600" cy="1143000"/>
          </a:xfrm>
        </p:spPr>
        <p:txBody>
          <a:bodyPr>
            <a:normAutofit/>
          </a:bodyPr>
          <a:lstStyle/>
          <a:p>
            <a:r>
              <a:rPr sz="2800" b="1" dirty="0">
                <a:latin typeface="Calibri Light"/>
                <a:ea typeface="Calibri Light"/>
                <a:cs typeface="Calibri Light"/>
              </a:rPr>
              <a:t>Use Case:</a:t>
            </a:r>
            <a:r>
              <a:rPr lang="en-IN" sz="2800" b="1" dirty="0">
                <a:latin typeface="Calibri Light"/>
                <a:ea typeface="Calibri Light"/>
                <a:cs typeface="Calibri Light"/>
              </a:rPr>
              <a:t> Create Accessible Learning Materials Using A</a:t>
            </a:r>
            <a:r>
              <a:rPr lang="en-IN" sz="3100" b="1" dirty="0">
                <a:latin typeface="Calibri Light"/>
                <a:ea typeface="Calibri Light"/>
                <a:cs typeface="Calibri Light"/>
              </a:rPr>
              <a:t>I</a:t>
            </a:r>
            <a:br>
              <a:rPr lang="en-IN" b="1" dirty="0"/>
            </a:br>
            <a:endParaRPr/>
          </a:p>
        </p:txBody>
      </p:sp>
      <p:sp>
        <p:nvSpPr>
          <p:cNvPr id="3" name="Content Placeholder 2"/>
          <p:cNvSpPr>
            <a:spLocks noGrp="1"/>
          </p:cNvSpPr>
          <p:nvPr>
            <p:ph idx="1"/>
          </p:nvPr>
        </p:nvSpPr>
        <p:spPr>
          <a:xfrm>
            <a:off x="849086" y="917350"/>
            <a:ext cx="11074399" cy="5896427"/>
          </a:xfrm>
        </p:spPr>
        <p:txBody>
          <a:bodyPr vert="horz" lIns="91440" tIns="45720" rIns="91440" bIns="45720" rtlCol="0" anchor="t">
            <a:normAutofit/>
          </a:bodyPr>
          <a:lstStyle/>
          <a:p>
            <a:pPr marL="0" indent="0">
              <a:buNone/>
            </a:pPr>
            <a:r>
              <a:rPr lang="en-IN" sz="2000" b="1">
                <a:latin typeface="Calibri Light"/>
                <a:ea typeface="Calibri Light"/>
                <a:cs typeface="Calibri Light"/>
              </a:rPr>
              <a:t>Activity:</a:t>
            </a:r>
            <a:endParaRPr lang="en-IN" sz="2000">
              <a:latin typeface="Calibri Light"/>
              <a:ea typeface="Calibri Light"/>
              <a:cs typeface="Calibri Light"/>
            </a:endParaRPr>
          </a:p>
          <a:p>
            <a:pPr marL="0" indent="0">
              <a:buNone/>
            </a:pPr>
            <a:r>
              <a:rPr lang="en-IN" sz="2000" b="1">
                <a:latin typeface="Calibri Light"/>
                <a:ea typeface="Calibri Light"/>
                <a:cs typeface="Calibri Light"/>
              </a:rPr>
              <a:t>Enter the prompt: </a:t>
            </a:r>
          </a:p>
          <a:p>
            <a:pPr marL="0" indent="0">
              <a:buNone/>
            </a:pPr>
            <a:r>
              <a:rPr lang="en-IN" sz="2000" b="1">
                <a:solidFill>
                  <a:srgbClr val="002060"/>
                </a:solidFill>
                <a:latin typeface="Calibri Light"/>
                <a:ea typeface="Calibri Light"/>
                <a:cs typeface="Calibri Light"/>
              </a:rPr>
              <a:t>Goal:</a:t>
            </a:r>
            <a:r>
              <a:rPr lang="en-IN" sz="2000">
                <a:solidFill>
                  <a:srgbClr val="002060"/>
                </a:solidFill>
                <a:latin typeface="Calibri Light"/>
                <a:ea typeface="Calibri Light"/>
                <a:cs typeface="Calibri Light"/>
              </a:rPr>
              <a:t> Convert a document into </a:t>
            </a:r>
            <a:r>
              <a:rPr lang="en-IN" sz="2000" b="1">
                <a:solidFill>
                  <a:srgbClr val="002060"/>
                </a:solidFill>
                <a:latin typeface="Calibri Light"/>
                <a:ea typeface="Calibri Light"/>
                <a:cs typeface="Calibri Light"/>
              </a:rPr>
              <a:t>Word, HTML, PDF, or EPUB</a:t>
            </a:r>
            <a:r>
              <a:rPr lang="en-IN" sz="2000">
                <a:solidFill>
                  <a:srgbClr val="002060"/>
                </a:solidFill>
                <a:latin typeface="Calibri Light"/>
                <a:ea typeface="Calibri Light"/>
                <a:cs typeface="Calibri Light"/>
              </a:rPr>
              <a:t> format.</a:t>
            </a:r>
          </a:p>
          <a:p>
            <a:pPr marL="0" indent="0">
              <a:buNone/>
            </a:pPr>
            <a:r>
              <a:rPr lang="en-IN" sz="2000" b="1">
                <a:solidFill>
                  <a:srgbClr val="002060"/>
                </a:solidFill>
                <a:latin typeface="Calibri Light"/>
                <a:ea typeface="Calibri Light"/>
                <a:cs typeface="Calibri Light"/>
              </a:rPr>
              <a:t>Context:</a:t>
            </a:r>
            <a:r>
              <a:rPr lang="en-IN" sz="2000">
                <a:solidFill>
                  <a:srgbClr val="002060"/>
                </a:solidFill>
                <a:latin typeface="Calibri Light"/>
                <a:ea typeface="Calibri Light"/>
                <a:cs typeface="Calibri Light"/>
              </a:rPr>
              <a:t> The document is educational content that needs to be made accessible for </a:t>
            </a:r>
            <a:r>
              <a:rPr lang="en-IN" sz="2000" b="1">
                <a:solidFill>
                  <a:srgbClr val="002060"/>
                </a:solidFill>
                <a:latin typeface="Calibri Light"/>
                <a:ea typeface="Calibri Light"/>
                <a:cs typeface="Calibri Light"/>
              </a:rPr>
              <a:t>Visually Impaired (VI) students</a:t>
            </a:r>
            <a:r>
              <a:rPr lang="en-IN" sz="2000">
                <a:solidFill>
                  <a:srgbClr val="002060"/>
                </a:solidFill>
                <a:latin typeface="Calibri Light"/>
                <a:ea typeface="Calibri Light"/>
                <a:cs typeface="Calibri Light"/>
              </a:rPr>
              <a:t>.</a:t>
            </a:r>
          </a:p>
          <a:p>
            <a:pPr marL="0" indent="0">
              <a:buNone/>
            </a:pPr>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Use the </a:t>
            </a:r>
            <a:r>
              <a:rPr lang="en-IN" sz="2000" b="1">
                <a:solidFill>
                  <a:srgbClr val="002060"/>
                </a:solidFill>
                <a:latin typeface="Calibri Light"/>
                <a:ea typeface="Calibri Light"/>
                <a:cs typeface="Calibri Light"/>
              </a:rPr>
              <a:t>original document</a:t>
            </a:r>
            <a:r>
              <a:rPr lang="en-IN" sz="2000">
                <a:solidFill>
                  <a:srgbClr val="002060"/>
                </a:solidFill>
                <a:latin typeface="Calibri Light"/>
                <a:ea typeface="Calibri Light"/>
                <a:cs typeface="Calibri Light"/>
              </a:rPr>
              <a:t> provided as the source.</a:t>
            </a:r>
          </a:p>
          <a:p>
            <a:pPr marL="0" indent="0">
              <a:buNone/>
            </a:pPr>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Convert the document into the selected format while preserving the </a:t>
            </a:r>
            <a:r>
              <a:rPr lang="en-IN" sz="2000" b="1">
                <a:solidFill>
                  <a:srgbClr val="002060"/>
                </a:solidFill>
                <a:latin typeface="Calibri Light"/>
                <a:ea typeface="Calibri Light"/>
                <a:cs typeface="Calibri Light"/>
              </a:rPr>
              <a:t>content, headings, structure, tables, and important information</a:t>
            </a:r>
            <a:r>
              <a:rPr lang="en-IN" sz="2000">
                <a:solidFill>
                  <a:srgbClr val="002060"/>
                </a:solidFill>
                <a:latin typeface="Calibri Light"/>
                <a:ea typeface="Calibri Light"/>
                <a:cs typeface="Calibri Light"/>
              </a:rPr>
              <a:t>. Ensure the final document is </a:t>
            </a:r>
            <a:r>
              <a:rPr lang="en-IN" sz="2000" b="1">
                <a:solidFill>
                  <a:srgbClr val="002060"/>
                </a:solidFill>
                <a:latin typeface="Calibri Light"/>
                <a:ea typeface="Calibri Light"/>
                <a:cs typeface="Calibri Light"/>
              </a:rPr>
              <a:t>accessible and screen-reader friendly</a:t>
            </a:r>
            <a:r>
              <a:rPr lang="en-IN" sz="2000">
                <a:solidFill>
                  <a:srgbClr val="002060"/>
                </a:solidFill>
                <a:latin typeface="Calibri Light"/>
                <a:ea typeface="Calibri Light"/>
                <a:cs typeface="Calibri Light"/>
              </a:rPr>
              <a:t>.</a:t>
            </a:r>
          </a:p>
          <a:p>
            <a:r>
              <a:rPr lang="en-IN" sz="2000">
                <a:latin typeface="Calibri Light"/>
                <a:ea typeface="Calibri Light"/>
                <a:cs typeface="Calibri Light"/>
              </a:rPr>
              <a:t>Generate </a:t>
            </a:r>
            <a:r>
              <a:rPr lang="en-IN" sz="2000" b="1">
                <a:latin typeface="Calibri Light"/>
                <a:ea typeface="Calibri Light"/>
                <a:cs typeface="Calibri Light"/>
              </a:rPr>
              <a:t>alt text</a:t>
            </a:r>
            <a:r>
              <a:rPr lang="en-IN" sz="2000">
                <a:latin typeface="Calibri Light"/>
                <a:ea typeface="Calibri Light"/>
                <a:cs typeface="Calibri Light"/>
              </a:rPr>
              <a:t> (image descriptions) for classroom images. </a:t>
            </a:r>
          </a:p>
          <a:p>
            <a:r>
              <a:rPr lang="en-IN" sz="2000" b="1">
                <a:latin typeface="Calibri Light"/>
                <a:ea typeface="Calibri Light"/>
                <a:cs typeface="Calibri Light"/>
              </a:rPr>
              <a:t>Hands-on:</a:t>
            </a:r>
            <a:r>
              <a:rPr lang="en-IN" sz="2000">
                <a:latin typeface="Calibri Light"/>
                <a:ea typeface="Calibri Light"/>
                <a:cs typeface="Calibri Light"/>
              </a:rPr>
              <a:t> Create alt text for one classroom image. </a:t>
            </a:r>
          </a:p>
          <a:p>
            <a:pPr marL="0" indent="0">
              <a:buNone/>
            </a:pPr>
            <a:endParaRPr lang="en-IN" sz="2000" b="1">
              <a:latin typeface="Calibri Light"/>
              <a:ea typeface="Calibri Light"/>
              <a:cs typeface="Calibri Light"/>
            </a:endParaRPr>
          </a:p>
          <a:p>
            <a:pPr marL="0" indent="0">
              <a:buNone/>
            </a:pPr>
            <a:r>
              <a:rPr lang="en-IN" sz="2000" b="1">
                <a:latin typeface="Calibri Light"/>
                <a:ea typeface="Calibri Light"/>
                <a:cs typeface="Calibri Light"/>
              </a:rPr>
              <a:t>Key Takeaway</a:t>
            </a:r>
            <a:br>
              <a:rPr lang="en-IN" sz="2000">
                <a:latin typeface="Calibri Light"/>
                <a:ea typeface="Calibri Light"/>
                <a:cs typeface="Calibri Light"/>
              </a:rPr>
            </a:br>
            <a:r>
              <a:rPr lang="en-IN" sz="2000">
                <a:latin typeface="Calibri Light"/>
                <a:ea typeface="Calibri Light"/>
                <a:cs typeface="Calibri Light"/>
              </a:rPr>
              <a:t>AI helps make learning materials more accessible by supporting multiple formats and meaningful image descriptions for all learners, including students with visual impairments.</a:t>
            </a:r>
          </a:p>
          <a:p>
            <a:pPr>
              <a:defRPr sz="2200"/>
            </a:pPr>
            <a:endParaRPr/>
          </a:p>
        </p:txBody>
      </p:sp>
    </p:spTree>
    <p:extLst>
      <p:ext uri="{BB962C8B-B14F-4D97-AF65-F5344CB8AC3E}">
        <p14:creationId xmlns:p14="http://schemas.microsoft.com/office/powerpoint/2010/main" val="3518695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03585-0F15-A4FC-EC65-F8472AC6BE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FB8E4-027C-0407-A197-33106D55D0F2}"/>
              </a:ext>
            </a:extLst>
          </p:cNvPr>
          <p:cNvSpPr>
            <a:spLocks noGrp="1"/>
          </p:cNvSpPr>
          <p:nvPr>
            <p:ph idx="1"/>
          </p:nvPr>
        </p:nvSpPr>
        <p:spPr>
          <a:xfrm>
            <a:off x="-410028" y="1252311"/>
            <a:ext cx="10515600" cy="4351338"/>
          </a:xfrm>
        </p:spPr>
        <p:txBody>
          <a:bodyPr vert="horz" lIns="91440" tIns="45720" rIns="91440" bIns="45720" rtlCol="0" anchor="t">
            <a:normAutofit/>
          </a:bodyPr>
          <a:lstStyle/>
          <a:p>
            <a:pPr marL="0" indent="0">
              <a:buNone/>
            </a:pPr>
            <a:r>
              <a:rPr lang="en-US" sz="4400">
                <a:latin typeface="Aptos Display"/>
              </a:rPr>
              <a:t>    </a:t>
            </a:r>
            <a:endParaRPr lang="en-US">
              <a:latin typeface="Aptos" panose="02110004020202020204"/>
            </a:endParaRPr>
          </a:p>
          <a:p>
            <a:pPr marL="0" indent="0">
              <a:buNone/>
            </a:pPr>
            <a:endParaRPr lang="en-US" sz="4400">
              <a:latin typeface="Aptos Display"/>
            </a:endParaRPr>
          </a:p>
          <a:p>
            <a:pPr marL="0" indent="0">
              <a:buNone/>
            </a:pPr>
            <a:r>
              <a:rPr lang="en-US" sz="4400">
                <a:latin typeface="Aptos Display"/>
              </a:rPr>
              <a:t>                       </a:t>
            </a:r>
            <a:r>
              <a:rPr lang="en-US" sz="6000" b="1">
                <a:latin typeface="Aptos Display"/>
              </a:rPr>
              <a:t>              Hands- On</a:t>
            </a:r>
            <a:endParaRPr lang="en-US" sz="7200" b="1"/>
          </a:p>
        </p:txBody>
      </p:sp>
    </p:spTree>
    <p:extLst>
      <p:ext uri="{BB962C8B-B14F-4D97-AF65-F5344CB8AC3E}">
        <p14:creationId xmlns:p14="http://schemas.microsoft.com/office/powerpoint/2010/main" val="1388547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056" y="-181430"/>
            <a:ext cx="8229600" cy="1143000"/>
          </a:xfrm>
        </p:spPr>
        <p:txBody>
          <a:bodyPr>
            <a:normAutofit/>
          </a:bodyPr>
          <a:lstStyle/>
          <a:p>
            <a:r>
              <a:rPr sz="2800" b="1" dirty="0">
                <a:latin typeface="Calibri Light"/>
                <a:ea typeface="Calibri Light"/>
                <a:cs typeface="Calibri Light"/>
              </a:rPr>
              <a:t>Use Case : Translation</a:t>
            </a:r>
            <a:endParaRPr lang="en-US" sz="2800" b="1" dirty="0">
              <a:latin typeface="Calibri Light"/>
              <a:ea typeface="Calibri Light"/>
              <a:cs typeface="Calibri Light"/>
            </a:endParaRPr>
          </a:p>
        </p:txBody>
      </p:sp>
      <p:sp>
        <p:nvSpPr>
          <p:cNvPr id="3" name="Content Placeholder 2"/>
          <p:cNvSpPr>
            <a:spLocks noGrp="1"/>
          </p:cNvSpPr>
          <p:nvPr>
            <p:ph idx="1"/>
          </p:nvPr>
        </p:nvSpPr>
        <p:spPr>
          <a:xfrm>
            <a:off x="435430" y="959846"/>
            <a:ext cx="11342913" cy="5856872"/>
          </a:xfrm>
        </p:spPr>
        <p:txBody>
          <a:bodyPr vert="horz" lIns="91440" tIns="45720" rIns="91440" bIns="45720" rtlCol="0" anchor="t">
            <a:noAutofit/>
          </a:bodyPr>
          <a:lstStyle/>
          <a:p>
            <a:pPr marL="0" indent="0">
              <a:buNone/>
            </a:pPr>
            <a:r>
              <a:rPr lang="en-IN" sz="2000"/>
              <a:t> </a:t>
            </a:r>
            <a:r>
              <a:rPr lang="en-IN" sz="2000" b="1">
                <a:latin typeface="Calibri Light"/>
                <a:ea typeface="Calibri Light"/>
                <a:cs typeface="Calibri Light"/>
              </a:rPr>
              <a:t>Activity: </a:t>
            </a:r>
            <a:r>
              <a:rPr lang="en-IN" sz="2000">
                <a:latin typeface="Calibri Light"/>
                <a:ea typeface="Calibri Light"/>
                <a:cs typeface="Calibri Light"/>
              </a:rPr>
              <a:t> </a:t>
            </a:r>
            <a:endParaRPr lang="en-US">
              <a:ea typeface="Calibri Light"/>
              <a:cs typeface="Calibri Light"/>
            </a:endParaRPr>
          </a:p>
          <a:p>
            <a:r>
              <a:rPr lang="en-IN" sz="2000">
                <a:latin typeface="Calibri Light"/>
                <a:ea typeface="Calibri Light"/>
                <a:cs typeface="Calibri Light"/>
              </a:rPr>
              <a:t>Give this prompt : </a:t>
            </a:r>
          </a:p>
          <a:p>
            <a:r>
              <a:rPr lang="en-IN" sz="2000" b="1">
                <a:solidFill>
                  <a:srgbClr val="002060"/>
                </a:solidFill>
                <a:latin typeface="Calibri Light"/>
                <a:ea typeface="Calibri Light"/>
                <a:cs typeface="Calibri Light"/>
              </a:rPr>
              <a:t>Goal:</a:t>
            </a:r>
            <a:r>
              <a:rPr lang="en-IN" sz="2000">
                <a:solidFill>
                  <a:srgbClr val="002060"/>
                </a:solidFill>
                <a:latin typeface="Calibri Light"/>
                <a:ea typeface="Calibri Light"/>
                <a:cs typeface="Calibri Light"/>
              </a:rPr>
              <a:t> Translate educational content from </a:t>
            </a:r>
            <a:r>
              <a:rPr lang="en-IN" sz="2000" b="1">
                <a:solidFill>
                  <a:srgbClr val="002060"/>
                </a:solidFill>
                <a:latin typeface="Calibri Light"/>
                <a:ea typeface="Calibri Light"/>
                <a:cs typeface="Calibri Light"/>
              </a:rPr>
              <a:t>English into simple and clear Tamil/any other languages.</a:t>
            </a:r>
            <a:endParaRPr lang="en-IN" sz="2000">
              <a:solidFill>
                <a:srgbClr val="002060"/>
              </a:solidFill>
              <a:latin typeface="Calibri Light"/>
              <a:ea typeface="Calibri Light"/>
              <a:cs typeface="Calibri Light"/>
            </a:endParaRPr>
          </a:p>
          <a:p>
            <a:r>
              <a:rPr lang="en-IN" sz="2000" b="1">
                <a:solidFill>
                  <a:srgbClr val="002060"/>
                </a:solidFill>
                <a:latin typeface="Calibri Light"/>
                <a:ea typeface="Calibri Light"/>
                <a:cs typeface="Calibri Light"/>
              </a:rPr>
              <a:t>Context:</a:t>
            </a:r>
            <a:r>
              <a:rPr lang="en-IN" sz="2000">
                <a:solidFill>
                  <a:srgbClr val="002060"/>
                </a:solidFill>
                <a:latin typeface="Calibri Light"/>
                <a:ea typeface="Calibri Light"/>
                <a:cs typeface="Calibri Light"/>
              </a:rPr>
              <a:t> The content is intended for </a:t>
            </a:r>
            <a:r>
              <a:rPr lang="en-IN" sz="2000" b="1">
                <a:solidFill>
                  <a:srgbClr val="002060"/>
                </a:solidFill>
                <a:latin typeface="Calibri Light"/>
                <a:ea typeface="Calibri Light"/>
                <a:cs typeface="Calibri Light"/>
              </a:rPr>
              <a:t>students</a:t>
            </a:r>
            <a:r>
              <a:rPr lang="en-IN" sz="2000">
                <a:solidFill>
                  <a:srgbClr val="002060"/>
                </a:solidFill>
                <a:latin typeface="Calibri Light"/>
                <a:ea typeface="Calibri Light"/>
                <a:cs typeface="Calibri Light"/>
              </a:rPr>
              <a:t>, including </a:t>
            </a:r>
            <a:r>
              <a:rPr lang="en-IN" sz="2000" b="1">
                <a:solidFill>
                  <a:srgbClr val="002060"/>
                </a:solidFill>
                <a:latin typeface="Calibri Light"/>
                <a:ea typeface="Calibri Light"/>
                <a:cs typeface="Calibri Light"/>
              </a:rPr>
              <a:t>Visually Impaired (VI) students</a:t>
            </a:r>
            <a:r>
              <a:rPr lang="en-IN" sz="2000">
                <a:solidFill>
                  <a:srgbClr val="002060"/>
                </a:solidFill>
                <a:latin typeface="Calibri Light"/>
                <a:ea typeface="Calibri Light"/>
                <a:cs typeface="Calibri Light"/>
              </a:rPr>
              <a:t>. The translation should be easy to understand and suitable for learning.</a:t>
            </a:r>
          </a:p>
          <a:p>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Use the </a:t>
            </a:r>
            <a:r>
              <a:rPr lang="en-IN" sz="2000" b="1">
                <a:solidFill>
                  <a:srgbClr val="002060"/>
                </a:solidFill>
                <a:latin typeface="Calibri Light"/>
                <a:ea typeface="Calibri Light"/>
                <a:cs typeface="Calibri Light"/>
              </a:rPr>
              <a:t>given English educational content</a:t>
            </a:r>
            <a:r>
              <a:rPr lang="en-IN" sz="2000">
                <a:solidFill>
                  <a:srgbClr val="002060"/>
                </a:solidFill>
                <a:latin typeface="Calibri Light"/>
                <a:ea typeface="Calibri Light"/>
                <a:cs typeface="Calibri Light"/>
              </a:rPr>
              <a:t> as the source and preserve its original meaning.</a:t>
            </a:r>
          </a:p>
          <a:p>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Act as an experienced educational translator. Keep the </a:t>
            </a:r>
            <a:r>
              <a:rPr lang="en-IN" sz="2000" b="1">
                <a:solidFill>
                  <a:srgbClr val="002060"/>
                </a:solidFill>
                <a:latin typeface="Calibri Light"/>
                <a:ea typeface="Calibri Light"/>
                <a:cs typeface="Calibri Light"/>
              </a:rPr>
              <a:t>meaning, important scientific terms, headings, and questions unchanged</a:t>
            </a:r>
            <a:r>
              <a:rPr lang="en-IN" sz="2000">
                <a:solidFill>
                  <a:srgbClr val="002060"/>
                </a:solidFill>
                <a:latin typeface="Calibri Light"/>
                <a:ea typeface="Calibri Light"/>
                <a:cs typeface="Calibri Light"/>
              </a:rPr>
              <a:t>. Use simple, clear Tamil that students can easily understand. Do not add, remove, or change any important information.</a:t>
            </a:r>
          </a:p>
          <a:p>
            <a:r>
              <a:rPr lang="en-IN" sz="2000">
                <a:latin typeface="Calibri Light"/>
                <a:ea typeface="Calibri Light"/>
                <a:cs typeface="Calibri Light"/>
              </a:rPr>
              <a:t>Review the translation for </a:t>
            </a:r>
            <a:r>
              <a:rPr lang="en-IN" sz="2000" b="1">
                <a:latin typeface="Calibri Light"/>
                <a:ea typeface="Calibri Light"/>
                <a:cs typeface="Calibri Light"/>
              </a:rPr>
              <a:t>accuracy, clarity, and context</a:t>
            </a:r>
            <a:r>
              <a:rPr lang="en-IN" sz="2000">
                <a:latin typeface="Calibri Light"/>
                <a:ea typeface="Calibri Light"/>
                <a:cs typeface="Calibri Light"/>
              </a:rPr>
              <a:t>. </a:t>
            </a:r>
          </a:p>
          <a:p>
            <a:r>
              <a:rPr lang="en-IN" sz="2000" b="1">
                <a:latin typeface="Calibri Light"/>
                <a:ea typeface="Calibri Light"/>
                <a:cs typeface="Calibri Light"/>
              </a:rPr>
              <a:t>Hands-on:</a:t>
            </a:r>
            <a:r>
              <a:rPr lang="en-IN" sz="2000">
                <a:latin typeface="Calibri Light"/>
                <a:ea typeface="Calibri Light"/>
                <a:cs typeface="Calibri Light"/>
              </a:rPr>
              <a:t> Translate one textbook page and simplify it for students. </a:t>
            </a:r>
          </a:p>
          <a:p>
            <a:pPr marL="0" indent="0">
              <a:buNone/>
            </a:pPr>
            <a:r>
              <a:rPr lang="en-IN" sz="2000" b="1">
                <a:latin typeface="Calibri Light"/>
                <a:ea typeface="Calibri Light"/>
                <a:cs typeface="Calibri Light"/>
              </a:rPr>
              <a:t>Key Takeaway</a:t>
            </a:r>
            <a:br>
              <a:rPr lang="en-IN" sz="2000">
                <a:latin typeface="Calibri Light"/>
                <a:ea typeface="Calibri Light"/>
                <a:cs typeface="Calibri Light"/>
              </a:rPr>
            </a:br>
            <a:r>
              <a:rPr lang="en-IN" sz="2000">
                <a:latin typeface="Calibri Light"/>
                <a:ea typeface="Calibri Light"/>
                <a:cs typeface="Calibri Light"/>
              </a:rPr>
              <a:t>AI enables quick, multilingual content creation, but teachers should always verify and refine translations before classroom use.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C15A7-363F-BAE4-4FB9-8D2FB60A19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107730-B56D-F13B-40A8-FDB34EA89BF9}"/>
              </a:ext>
            </a:extLst>
          </p:cNvPr>
          <p:cNvSpPr>
            <a:spLocks noGrp="1"/>
          </p:cNvSpPr>
          <p:nvPr>
            <p:ph idx="1"/>
          </p:nvPr>
        </p:nvSpPr>
        <p:spPr>
          <a:xfrm>
            <a:off x="-410028" y="1252311"/>
            <a:ext cx="10515600" cy="4351338"/>
          </a:xfrm>
        </p:spPr>
        <p:txBody>
          <a:bodyPr vert="horz" lIns="91440" tIns="45720" rIns="91440" bIns="45720" rtlCol="0" anchor="t">
            <a:normAutofit/>
          </a:bodyPr>
          <a:lstStyle/>
          <a:p>
            <a:pPr marL="0" indent="0">
              <a:buNone/>
            </a:pPr>
            <a:r>
              <a:rPr lang="en-US" sz="4400">
                <a:latin typeface="Aptos Display"/>
              </a:rPr>
              <a:t>    </a:t>
            </a:r>
            <a:endParaRPr lang="en-US">
              <a:latin typeface="Aptos" panose="02110004020202020204"/>
            </a:endParaRPr>
          </a:p>
          <a:p>
            <a:pPr marL="0" indent="0">
              <a:buNone/>
            </a:pPr>
            <a:endParaRPr lang="en-US" sz="4400">
              <a:latin typeface="Aptos Display"/>
            </a:endParaRPr>
          </a:p>
          <a:p>
            <a:pPr marL="0" indent="0">
              <a:buNone/>
            </a:pPr>
            <a:r>
              <a:rPr lang="en-US" sz="4400">
                <a:latin typeface="Aptos Display"/>
              </a:rPr>
              <a:t>                       </a:t>
            </a:r>
            <a:r>
              <a:rPr lang="en-US" sz="6000" b="1">
                <a:latin typeface="Aptos Display"/>
              </a:rPr>
              <a:t>              Hands- On</a:t>
            </a:r>
            <a:endParaRPr lang="en-US" sz="7200" b="1"/>
          </a:p>
        </p:txBody>
      </p:sp>
    </p:spTree>
    <p:extLst>
      <p:ext uri="{BB962C8B-B14F-4D97-AF65-F5344CB8AC3E}">
        <p14:creationId xmlns:p14="http://schemas.microsoft.com/office/powerpoint/2010/main" val="3754000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4D3AF4B-831E-38AE-1BA9-8C2B9E70BD00}"/>
              </a:ext>
            </a:extLst>
          </p:cNvPr>
          <p:cNvSpPr>
            <a:spLocks noGrp="1"/>
          </p:cNvSpPr>
          <p:nvPr>
            <p:ph idx="1"/>
          </p:nvPr>
        </p:nvSpPr>
        <p:spPr>
          <a:xfrm>
            <a:off x="751428" y="832876"/>
            <a:ext cx="10443029" cy="5526995"/>
          </a:xfrm>
        </p:spPr>
        <p:txBody>
          <a:bodyPr vert="horz" lIns="91440" tIns="45720" rIns="91440" bIns="45720" rtlCol="0" anchor="t">
            <a:noAutofit/>
          </a:bodyPr>
          <a:lstStyle/>
          <a:p>
            <a:pPr marL="0" indent="0">
              <a:buNone/>
            </a:pPr>
            <a:r>
              <a:rPr lang="en-US" sz="2000" b="1">
                <a:latin typeface="Calibri Light"/>
                <a:ea typeface="Calibri Light"/>
                <a:cs typeface="Calibri Light"/>
              </a:rPr>
              <a:t>Activity:</a:t>
            </a:r>
            <a:endParaRPr lang="en-US" sz="2000">
              <a:latin typeface="Calibri Light"/>
              <a:ea typeface="Calibri Light"/>
              <a:cs typeface="Calibri Light"/>
            </a:endParaRPr>
          </a:p>
          <a:p>
            <a:pPr marL="0" indent="0">
              <a:buNone/>
            </a:pPr>
            <a:r>
              <a:rPr lang="en-US" sz="2000" b="1">
                <a:latin typeface="Calibri Light"/>
                <a:ea typeface="Calibri Light"/>
                <a:cs typeface="Calibri Light"/>
              </a:rPr>
              <a:t>Enter the prompt </a:t>
            </a:r>
          </a:p>
          <a:p>
            <a:r>
              <a:rPr lang="en-US" sz="2000" b="1">
                <a:solidFill>
                  <a:srgbClr val="002060"/>
                </a:solidFill>
                <a:latin typeface="Calibri Light"/>
                <a:ea typeface="Calibri Light"/>
                <a:cs typeface="Calibri Light"/>
              </a:rPr>
              <a:t>Goal:</a:t>
            </a:r>
            <a:r>
              <a:rPr lang="en-US" sz="2000">
                <a:solidFill>
                  <a:srgbClr val="002060"/>
                </a:solidFill>
                <a:latin typeface="Calibri Light"/>
                <a:ea typeface="Calibri Light"/>
                <a:cs typeface="Calibri Light"/>
              </a:rPr>
              <a:t> Explain the concept of momentum to a Visually Impaired (VI) student using tactile experiences.</a:t>
            </a:r>
          </a:p>
          <a:p>
            <a:r>
              <a:rPr lang="en-US" sz="2000" b="1">
                <a:solidFill>
                  <a:srgbClr val="002060"/>
                </a:solidFill>
                <a:latin typeface="Calibri Light"/>
                <a:ea typeface="Calibri Light"/>
                <a:cs typeface="Calibri Light"/>
              </a:rPr>
              <a:t>Context:</a:t>
            </a:r>
            <a:r>
              <a:rPr lang="en-US" sz="2000">
                <a:solidFill>
                  <a:srgbClr val="002060"/>
                </a:solidFill>
                <a:latin typeface="Calibri Light"/>
                <a:ea typeface="Calibri Light"/>
                <a:cs typeface="Calibri Light"/>
              </a:rPr>
              <a:t> The student is a Grade 7 VI student. The explanation should be simple, practical, and easy to understand through touch and real-life experiences.</a:t>
            </a:r>
          </a:p>
          <a:p>
            <a:r>
              <a:rPr lang="en-US" sz="2000" b="1">
                <a:solidFill>
                  <a:srgbClr val="002060"/>
                </a:solidFill>
                <a:latin typeface="Calibri Light"/>
                <a:ea typeface="Calibri Light"/>
                <a:cs typeface="Calibri Light"/>
              </a:rPr>
              <a:t>Source:</a:t>
            </a:r>
            <a:r>
              <a:rPr lang="en-US" sz="2000">
                <a:solidFill>
                  <a:srgbClr val="002060"/>
                </a:solidFill>
                <a:latin typeface="Calibri Light"/>
                <a:ea typeface="Calibri Light"/>
                <a:cs typeface="Calibri Light"/>
              </a:rPr>
              <a:t> Based on the </a:t>
            </a:r>
            <a:r>
              <a:rPr lang="en-US" sz="2000" err="1">
                <a:solidFill>
                  <a:srgbClr val="002060"/>
                </a:solidFill>
                <a:latin typeface="Calibri Light"/>
                <a:ea typeface="Calibri Light"/>
                <a:cs typeface="Calibri Light"/>
              </a:rPr>
              <a:t>Tamilnadu</a:t>
            </a:r>
            <a:r>
              <a:rPr lang="en-US" sz="2000">
                <a:solidFill>
                  <a:srgbClr val="002060"/>
                </a:solidFill>
                <a:latin typeface="Calibri Light"/>
                <a:ea typeface="Calibri Light"/>
                <a:cs typeface="Calibri Light"/>
              </a:rPr>
              <a:t> State board Grade 7 Science curriculum and standard concepts of momentum.</a:t>
            </a:r>
          </a:p>
          <a:p>
            <a:r>
              <a:rPr lang="en-US" sz="2000" b="1">
                <a:solidFill>
                  <a:srgbClr val="002060"/>
                </a:solidFill>
                <a:latin typeface="Calibri Light"/>
                <a:ea typeface="Calibri Light"/>
                <a:cs typeface="Calibri Light"/>
              </a:rPr>
              <a:t>Expectation:</a:t>
            </a:r>
            <a:r>
              <a:rPr lang="en-US" sz="2000">
                <a:solidFill>
                  <a:srgbClr val="002060"/>
                </a:solidFill>
                <a:latin typeface="Calibri Light"/>
                <a:ea typeface="Calibri Light"/>
                <a:cs typeface="Calibri Light"/>
              </a:rPr>
              <a:t> Act as an experienced Science teacher. Explain momentum using simple language, real-life examples, and safe hands-on tactile activities that a VI student can perform and understand independently.</a:t>
            </a:r>
          </a:p>
          <a:p>
            <a:r>
              <a:rPr lang="en-US" sz="2000">
                <a:latin typeface="Calibri Light"/>
                <a:ea typeface="Calibri Light"/>
                <a:cs typeface="Calibri Light"/>
              </a:rPr>
              <a:t>Review the AI-generated explanation for accessibility and clarity. </a:t>
            </a:r>
          </a:p>
          <a:p>
            <a:r>
              <a:rPr lang="en-US" sz="2000" b="1">
                <a:latin typeface="Calibri Light"/>
                <a:ea typeface="Calibri Light"/>
                <a:cs typeface="Calibri Light"/>
              </a:rPr>
              <a:t>Hands-on:</a:t>
            </a:r>
            <a:r>
              <a:rPr lang="en-US" sz="2000">
                <a:latin typeface="Calibri Light"/>
                <a:ea typeface="Calibri Light"/>
                <a:cs typeface="Calibri Light"/>
              </a:rPr>
              <a:t> Generate </a:t>
            </a:r>
            <a:r>
              <a:rPr lang="en-US" sz="2000" b="1">
                <a:latin typeface="Calibri Light"/>
                <a:ea typeface="Calibri Light"/>
                <a:cs typeface="Calibri Light"/>
              </a:rPr>
              <a:t>three different explanations</a:t>
            </a:r>
            <a:r>
              <a:rPr lang="en-US" sz="2000">
                <a:latin typeface="Calibri Light"/>
                <a:ea typeface="Calibri Light"/>
                <a:cs typeface="Calibri Light"/>
              </a:rPr>
              <a:t> using different tactile or real-life examples. </a:t>
            </a:r>
          </a:p>
          <a:p>
            <a:pPr marL="0" indent="0">
              <a:buNone/>
            </a:pPr>
            <a:r>
              <a:rPr lang="en-US" sz="2000" b="1">
                <a:latin typeface="Calibri Light"/>
                <a:ea typeface="Calibri Light"/>
                <a:cs typeface="Calibri Light"/>
              </a:rPr>
              <a:t>Key Takeaway</a:t>
            </a:r>
          </a:p>
          <a:p>
            <a:pPr marL="342900" indent="-342900"/>
            <a:r>
              <a:rPr lang="en-US" sz="2000">
                <a:latin typeface="Calibri Light"/>
                <a:ea typeface="Calibri Light"/>
                <a:cs typeface="Calibri Light"/>
              </a:rPr>
              <a:t> AI supports inclusive teaching by helping teachers create accessible and learner-friendly explanations for students with diverse needs.</a:t>
            </a:r>
          </a:p>
          <a:p>
            <a:endParaRPr lang="en-US" sz="2000">
              <a:latin typeface="Calibri Light"/>
              <a:ea typeface="Calibri Light"/>
              <a:cs typeface="Calibri Light"/>
            </a:endParaRPr>
          </a:p>
        </p:txBody>
      </p:sp>
      <p:sp>
        <p:nvSpPr>
          <p:cNvPr id="10" name="TextBox 9">
            <a:extLst>
              <a:ext uri="{FF2B5EF4-FFF2-40B4-BE49-F238E27FC236}">
                <a16:creationId xmlns:a16="http://schemas.microsoft.com/office/drawing/2014/main" id="{AE37162A-B151-821E-3359-B335E2918BEF}"/>
              </a:ext>
            </a:extLst>
          </p:cNvPr>
          <p:cNvSpPr txBox="1"/>
          <p:nvPr/>
        </p:nvSpPr>
        <p:spPr>
          <a:xfrm>
            <a:off x="757366" y="137756"/>
            <a:ext cx="120686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alibri Light"/>
                <a:ea typeface="Calibri Light"/>
                <a:cs typeface="Calibri Light"/>
              </a:rPr>
              <a:t>Use case: Create Accessible Explanations Using AI</a:t>
            </a:r>
            <a:endParaRPr lang="en-US" sz="2800" dirty="0">
              <a:latin typeface="Calibri Light"/>
              <a:ea typeface="Calibri Light"/>
              <a:cs typeface="Calibri Light"/>
            </a:endParaRPr>
          </a:p>
        </p:txBody>
      </p:sp>
    </p:spTree>
    <p:extLst>
      <p:ext uri="{BB962C8B-B14F-4D97-AF65-F5344CB8AC3E}">
        <p14:creationId xmlns:p14="http://schemas.microsoft.com/office/powerpoint/2010/main" val="3154985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E16C8-14D3-E2E4-703B-0AEBEF1964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DAC682-F836-AC42-2DA5-2990201551D1}"/>
              </a:ext>
            </a:extLst>
          </p:cNvPr>
          <p:cNvSpPr>
            <a:spLocks noGrp="1"/>
          </p:cNvSpPr>
          <p:nvPr>
            <p:ph idx="1"/>
          </p:nvPr>
        </p:nvSpPr>
        <p:spPr>
          <a:xfrm>
            <a:off x="-410028" y="1252311"/>
            <a:ext cx="10515600" cy="4351338"/>
          </a:xfrm>
        </p:spPr>
        <p:txBody>
          <a:bodyPr vert="horz" lIns="91440" tIns="45720" rIns="91440" bIns="45720" rtlCol="0" anchor="t">
            <a:normAutofit/>
          </a:bodyPr>
          <a:lstStyle/>
          <a:p>
            <a:pPr marL="0" indent="0">
              <a:buNone/>
            </a:pPr>
            <a:r>
              <a:rPr lang="en-US" sz="4400">
                <a:latin typeface="Aptos Display"/>
              </a:rPr>
              <a:t>    </a:t>
            </a:r>
            <a:endParaRPr lang="en-US">
              <a:latin typeface="Aptos" panose="02110004020202020204"/>
            </a:endParaRPr>
          </a:p>
          <a:p>
            <a:pPr marL="0" indent="0">
              <a:buNone/>
            </a:pPr>
            <a:endParaRPr lang="en-US" sz="4400">
              <a:latin typeface="Aptos Display"/>
            </a:endParaRPr>
          </a:p>
          <a:p>
            <a:pPr marL="0" indent="0">
              <a:buNone/>
            </a:pPr>
            <a:r>
              <a:rPr lang="en-US" sz="4400">
                <a:latin typeface="Aptos Display"/>
              </a:rPr>
              <a:t>                       </a:t>
            </a:r>
            <a:r>
              <a:rPr lang="en-US" sz="6000" b="1">
                <a:latin typeface="Aptos Display"/>
              </a:rPr>
              <a:t>              Hands- On</a:t>
            </a:r>
            <a:endParaRPr lang="en-US" sz="7200" b="1"/>
          </a:p>
        </p:txBody>
      </p:sp>
    </p:spTree>
    <p:extLst>
      <p:ext uri="{BB962C8B-B14F-4D97-AF65-F5344CB8AC3E}">
        <p14:creationId xmlns:p14="http://schemas.microsoft.com/office/powerpoint/2010/main" val="1925327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8671" y="-1133"/>
            <a:ext cx="8890000" cy="1157514"/>
          </a:xfrm>
        </p:spPr>
        <p:txBody>
          <a:bodyPr>
            <a:noAutofit/>
          </a:bodyPr>
          <a:lstStyle/>
          <a:p>
            <a:r>
              <a:rPr sz="2800" b="1" dirty="0">
                <a:latin typeface="Calibri Light"/>
                <a:ea typeface="Calibri Light"/>
                <a:cs typeface="Calibri Light"/>
              </a:rPr>
              <a:t>Use Case: </a:t>
            </a:r>
            <a:r>
              <a:rPr lang="en-IN" sz="2800" b="1" dirty="0">
                <a:latin typeface="Calibri Light"/>
                <a:ea typeface="Calibri Light"/>
                <a:cs typeface="Calibri Light"/>
              </a:rPr>
              <a:t>Generate Worksheets Using AI</a:t>
            </a:r>
            <a:br>
              <a:rPr lang="en-IN" sz="3600" b="1" dirty="0"/>
            </a:br>
            <a:endParaRPr sz="3600" b="1"/>
          </a:p>
        </p:txBody>
      </p:sp>
      <p:sp>
        <p:nvSpPr>
          <p:cNvPr id="3" name="Content Placeholder 2"/>
          <p:cNvSpPr>
            <a:spLocks noGrp="1"/>
          </p:cNvSpPr>
          <p:nvPr>
            <p:ph idx="1"/>
          </p:nvPr>
        </p:nvSpPr>
        <p:spPr>
          <a:xfrm>
            <a:off x="908671" y="794276"/>
            <a:ext cx="10000342" cy="6311040"/>
          </a:xfrm>
        </p:spPr>
        <p:txBody>
          <a:bodyPr vert="horz" lIns="91440" tIns="45720" rIns="91440" bIns="45720" rtlCol="0" anchor="t">
            <a:noAutofit/>
          </a:bodyPr>
          <a:lstStyle/>
          <a:p>
            <a:pPr marL="0" indent="0">
              <a:buNone/>
            </a:pPr>
            <a:r>
              <a:rPr lang="en-IN" sz="2400">
                <a:latin typeface="Calibri Light"/>
                <a:ea typeface="Calibri Light"/>
                <a:cs typeface="Calibri Light"/>
              </a:rPr>
              <a:t> </a:t>
            </a:r>
            <a:r>
              <a:rPr lang="en-IN" sz="2000" b="1">
                <a:latin typeface="Calibri Light"/>
                <a:ea typeface="Calibri Light"/>
                <a:cs typeface="Calibri Light"/>
              </a:rPr>
              <a:t>Activity:</a:t>
            </a:r>
            <a:endParaRPr lang="en-IN" sz="2000">
              <a:latin typeface="Calibri Light"/>
              <a:ea typeface="Calibri Light"/>
              <a:cs typeface="Calibri Light"/>
            </a:endParaRPr>
          </a:p>
          <a:p>
            <a:pPr marL="0" indent="0">
              <a:buNone/>
            </a:pPr>
            <a:r>
              <a:rPr lang="en-IN" sz="2000">
                <a:latin typeface="Calibri Light"/>
                <a:ea typeface="Calibri Light"/>
                <a:cs typeface="Calibri Light"/>
              </a:rPr>
              <a:t>Enter prompt: </a:t>
            </a:r>
          </a:p>
          <a:p>
            <a:pPr>
              <a:buNone/>
            </a:pPr>
            <a:r>
              <a:rPr lang="en-IN" sz="2000" b="1">
                <a:solidFill>
                  <a:srgbClr val="002060"/>
                </a:solidFill>
                <a:latin typeface="Calibri Light"/>
                <a:ea typeface="Calibri Light"/>
                <a:cs typeface="Calibri Light"/>
              </a:rPr>
              <a:t>Goal:</a:t>
            </a:r>
            <a:r>
              <a:rPr lang="en-IN" sz="2000">
                <a:solidFill>
                  <a:srgbClr val="002060"/>
                </a:solidFill>
                <a:latin typeface="Calibri Light"/>
                <a:ea typeface="Calibri Light"/>
                <a:cs typeface="Calibri Light"/>
              </a:rPr>
              <a:t> Create an accessible worksheet on </a:t>
            </a:r>
            <a:r>
              <a:rPr lang="en-IN" sz="2000" b="1">
                <a:solidFill>
                  <a:srgbClr val="002060"/>
                </a:solidFill>
                <a:latin typeface="Calibri Light"/>
                <a:ea typeface="Calibri Light"/>
                <a:cs typeface="Calibri Light"/>
              </a:rPr>
              <a:t>Force</a:t>
            </a:r>
            <a:r>
              <a:rPr lang="en-IN" sz="2000">
                <a:solidFill>
                  <a:srgbClr val="002060"/>
                </a:solidFill>
                <a:latin typeface="Calibri Light"/>
                <a:ea typeface="Calibri Light"/>
                <a:cs typeface="Calibri Light"/>
              </a:rPr>
              <a:t> for </a:t>
            </a:r>
            <a:r>
              <a:rPr lang="en-IN" sz="2000" b="1">
                <a:solidFill>
                  <a:srgbClr val="002060"/>
                </a:solidFill>
                <a:latin typeface="Calibri Light"/>
                <a:ea typeface="Calibri Light"/>
                <a:cs typeface="Calibri Light"/>
              </a:rPr>
              <a:t>Grade 6</a:t>
            </a:r>
            <a:r>
              <a:rPr lang="en-IN" sz="2000">
                <a:solidFill>
                  <a:srgbClr val="002060"/>
                </a:solidFill>
                <a:latin typeface="Calibri Light"/>
                <a:ea typeface="Calibri Light"/>
                <a:cs typeface="Calibri Light"/>
              </a:rPr>
              <a:t> students.</a:t>
            </a:r>
          </a:p>
          <a:p>
            <a:pPr marL="0" indent="0">
              <a:buNone/>
            </a:pPr>
            <a:r>
              <a:rPr lang="en-IN" sz="2000" b="1">
                <a:solidFill>
                  <a:srgbClr val="002060"/>
                </a:solidFill>
                <a:latin typeface="Calibri Light"/>
                <a:ea typeface="Calibri Light"/>
                <a:cs typeface="Calibri Light"/>
              </a:rPr>
              <a:t>Context:</a:t>
            </a:r>
            <a:r>
              <a:rPr lang="en-IN" sz="2000">
                <a:solidFill>
                  <a:srgbClr val="002060"/>
                </a:solidFill>
                <a:latin typeface="Calibri Light"/>
                <a:ea typeface="Calibri Light"/>
                <a:cs typeface="Calibri Light"/>
              </a:rPr>
              <a:t> The worksheet is for </a:t>
            </a:r>
            <a:r>
              <a:rPr lang="en-IN" sz="2000" b="1">
                <a:solidFill>
                  <a:srgbClr val="002060"/>
                </a:solidFill>
                <a:latin typeface="Calibri Light"/>
                <a:ea typeface="Calibri Light"/>
                <a:cs typeface="Calibri Light"/>
              </a:rPr>
              <a:t>Visually Impaired (VI) students</a:t>
            </a:r>
            <a:r>
              <a:rPr lang="en-IN" sz="2000">
                <a:solidFill>
                  <a:srgbClr val="002060"/>
                </a:solidFill>
                <a:latin typeface="Calibri Light"/>
                <a:ea typeface="Calibri Light"/>
                <a:cs typeface="Calibri Light"/>
              </a:rPr>
              <a:t>. It should help students understand force through simple language, real-life examples, and tactile or hands-on activities.</a:t>
            </a:r>
          </a:p>
          <a:p>
            <a:pPr>
              <a:buNone/>
            </a:pPr>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Based on the </a:t>
            </a:r>
            <a:r>
              <a:rPr lang="en-IN" sz="2000" b="1">
                <a:solidFill>
                  <a:srgbClr val="002060"/>
                </a:solidFill>
                <a:latin typeface="Calibri Light"/>
                <a:ea typeface="Calibri Light"/>
                <a:cs typeface="Calibri Light"/>
              </a:rPr>
              <a:t>Tamil Nadu State Board Grade 6 Science syllabus and textbook</a:t>
            </a:r>
            <a:r>
              <a:rPr lang="en-IN" sz="2000">
                <a:solidFill>
                  <a:srgbClr val="002060"/>
                </a:solidFill>
                <a:latin typeface="Calibri Light"/>
                <a:ea typeface="Calibri Light"/>
                <a:cs typeface="Calibri Light"/>
              </a:rPr>
              <a:t>.</a:t>
            </a:r>
          </a:p>
          <a:p>
            <a:pPr>
              <a:buNone/>
            </a:pPr>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Act as an experienced teacher for VI students. Create a simple, interactive, and accessible worksheet with clear instructions, MCQs, fill-in-the-blanks, short-answer questions, hands-on activities, and an answer key. Make sure all activities can be completed by blind and low-vision students.</a:t>
            </a:r>
          </a:p>
          <a:p>
            <a:r>
              <a:rPr lang="en-IN" sz="2000">
                <a:latin typeface="Calibri Light"/>
                <a:ea typeface="Calibri Light"/>
                <a:cs typeface="Calibri Light"/>
              </a:rPr>
              <a:t>Review the results for accuracy and grade appropriateness. </a:t>
            </a:r>
          </a:p>
          <a:p>
            <a:pPr marL="0" indent="0">
              <a:buNone/>
            </a:pPr>
            <a:r>
              <a:rPr lang="en-IN" sz="2000" b="1">
                <a:latin typeface="Calibri Light"/>
                <a:ea typeface="Calibri Light"/>
                <a:cs typeface="Calibri Light"/>
              </a:rPr>
              <a:t>Key Takeaway</a:t>
            </a:r>
            <a:br>
              <a:rPr lang="en-IN" sz="2000">
                <a:latin typeface="Calibri Light"/>
                <a:ea typeface="Calibri Light"/>
                <a:cs typeface="Calibri Light"/>
              </a:rPr>
            </a:br>
            <a:r>
              <a:rPr lang="en-IN" sz="2000">
                <a:latin typeface="Calibri Light"/>
                <a:ea typeface="Calibri Light"/>
                <a:cs typeface="Calibri Light"/>
              </a:rPr>
              <a:t>AI helps teachers quickly create high-quality assessments, while teachers ensure they align with learning objectives and student needs.</a:t>
            </a:r>
          </a:p>
          <a:p>
            <a:pPr>
              <a:defRPr sz="2200"/>
            </a:pPr>
            <a:endParaRPr sz="2000">
              <a:latin typeface="Calibri Light"/>
              <a:ea typeface="Calibri Light"/>
              <a:cs typeface="Calibri Light"/>
            </a:endParaRPr>
          </a:p>
        </p:txBody>
      </p:sp>
    </p:spTree>
    <p:extLst>
      <p:ext uri="{BB962C8B-B14F-4D97-AF65-F5344CB8AC3E}">
        <p14:creationId xmlns:p14="http://schemas.microsoft.com/office/powerpoint/2010/main" val="1619393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51C62-888D-DB53-A23A-8E199F56CE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21932-B0E1-2341-2264-A5A7C2F273A1}"/>
              </a:ext>
            </a:extLst>
          </p:cNvPr>
          <p:cNvSpPr>
            <a:spLocks noGrp="1"/>
          </p:cNvSpPr>
          <p:nvPr>
            <p:ph idx="1"/>
          </p:nvPr>
        </p:nvSpPr>
        <p:spPr>
          <a:xfrm>
            <a:off x="-410028" y="1252311"/>
            <a:ext cx="10515600" cy="4351338"/>
          </a:xfrm>
        </p:spPr>
        <p:txBody>
          <a:bodyPr vert="horz" lIns="91440" tIns="45720" rIns="91440" bIns="45720" rtlCol="0" anchor="t">
            <a:normAutofit/>
          </a:bodyPr>
          <a:lstStyle/>
          <a:p>
            <a:pPr marL="0" indent="0">
              <a:buNone/>
            </a:pPr>
            <a:r>
              <a:rPr lang="en-US" sz="4400">
                <a:latin typeface="Aptos Display"/>
              </a:rPr>
              <a:t>    </a:t>
            </a:r>
            <a:endParaRPr lang="en-US">
              <a:latin typeface="Aptos" panose="02110004020202020204"/>
            </a:endParaRPr>
          </a:p>
          <a:p>
            <a:pPr marL="0" indent="0">
              <a:buNone/>
            </a:pPr>
            <a:endParaRPr lang="en-US" sz="4400">
              <a:latin typeface="Aptos Display"/>
            </a:endParaRPr>
          </a:p>
          <a:p>
            <a:pPr marL="0" indent="0">
              <a:buNone/>
            </a:pPr>
            <a:r>
              <a:rPr lang="en-US" sz="4400">
                <a:latin typeface="Aptos Display"/>
              </a:rPr>
              <a:t>                       </a:t>
            </a:r>
            <a:r>
              <a:rPr lang="en-US" sz="6000" b="1">
                <a:latin typeface="Aptos Display"/>
              </a:rPr>
              <a:t>              Hands- On</a:t>
            </a:r>
            <a:endParaRPr lang="en-US" sz="7200" b="1"/>
          </a:p>
        </p:txBody>
      </p:sp>
    </p:spTree>
    <p:extLst>
      <p:ext uri="{BB962C8B-B14F-4D97-AF65-F5344CB8AC3E}">
        <p14:creationId xmlns:p14="http://schemas.microsoft.com/office/powerpoint/2010/main" val="2295600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496"/>
            <a:ext cx="9361714" cy="1143000"/>
          </a:xfrm>
        </p:spPr>
        <p:txBody>
          <a:bodyPr>
            <a:normAutofit/>
          </a:bodyPr>
          <a:lstStyle/>
          <a:p>
            <a:r>
              <a:rPr sz="2800" b="1" dirty="0">
                <a:latin typeface="Calibri Light"/>
                <a:ea typeface="Calibri Light"/>
                <a:cs typeface="Calibri Light"/>
              </a:rPr>
              <a:t>Use Case: </a:t>
            </a:r>
            <a:r>
              <a:rPr lang="en-IN" sz="2800" b="1" dirty="0">
                <a:latin typeface="Calibri Light"/>
                <a:ea typeface="Calibri Light"/>
                <a:cs typeface="Calibri Light"/>
              </a:rPr>
              <a:t>Create Audio Lessons Using AI</a:t>
            </a:r>
            <a:br>
              <a:rPr lang="en-IN" b="1" dirty="0"/>
            </a:br>
            <a:endParaRPr/>
          </a:p>
        </p:txBody>
      </p:sp>
      <p:sp>
        <p:nvSpPr>
          <p:cNvPr id="3" name="Content Placeholder 2"/>
          <p:cNvSpPr>
            <a:spLocks noGrp="1"/>
          </p:cNvSpPr>
          <p:nvPr>
            <p:ph idx="1"/>
          </p:nvPr>
        </p:nvSpPr>
        <p:spPr>
          <a:xfrm>
            <a:off x="454145" y="877734"/>
            <a:ext cx="11600351" cy="6283922"/>
          </a:xfrm>
        </p:spPr>
        <p:txBody>
          <a:bodyPr vert="horz" lIns="91440" tIns="45720" rIns="91440" bIns="45720" rtlCol="0" anchor="t">
            <a:noAutofit/>
          </a:bodyPr>
          <a:lstStyle/>
          <a:p>
            <a:pPr marL="0" indent="0">
              <a:buNone/>
            </a:pPr>
            <a:r>
              <a:rPr lang="en-IN" sz="2000" b="1">
                <a:latin typeface="Calibri Light"/>
                <a:ea typeface="Calibri Light"/>
                <a:cs typeface="Calibri Light"/>
              </a:rPr>
              <a:t>Activity:</a:t>
            </a:r>
            <a:endParaRPr lang="en-IN" sz="2000">
              <a:latin typeface="Calibri Light"/>
              <a:ea typeface="Calibri Light"/>
              <a:cs typeface="Calibri Light"/>
            </a:endParaRPr>
          </a:p>
          <a:p>
            <a:r>
              <a:rPr lang="en-IN" sz="2000" b="1">
                <a:solidFill>
                  <a:srgbClr val="002060"/>
                </a:solidFill>
                <a:latin typeface="Calibri Light"/>
                <a:ea typeface="Calibri Light"/>
                <a:cs typeface="Calibri Light"/>
              </a:rPr>
              <a:t>Goal:</a:t>
            </a:r>
            <a:br>
              <a:rPr lang="en-IN" sz="2000" b="1">
                <a:solidFill>
                  <a:srgbClr val="002060"/>
                </a:solidFill>
                <a:latin typeface="Calibri Light"/>
                <a:ea typeface="Calibri Light"/>
                <a:cs typeface="Calibri Light"/>
              </a:rPr>
            </a:br>
            <a:r>
              <a:rPr lang="en-IN" sz="2000" b="1">
                <a:solidFill>
                  <a:srgbClr val="002060"/>
                </a:solidFill>
                <a:latin typeface="Calibri Light"/>
                <a:ea typeface="Calibri Light"/>
                <a:cs typeface="Calibri Light"/>
              </a:rPr>
              <a:t> Convert a short Science lesson into an accessible audio lesson using AI and Text-to-Speech (TTS)</a:t>
            </a:r>
            <a:r>
              <a:rPr lang="en-IN" sz="2000">
                <a:solidFill>
                  <a:srgbClr val="002060"/>
                </a:solidFill>
                <a:latin typeface="Calibri Light"/>
                <a:ea typeface="Calibri Light"/>
                <a:cs typeface="Calibri Light"/>
              </a:rPr>
              <a:t>.</a:t>
            </a:r>
          </a:p>
          <a:p>
            <a:r>
              <a:rPr lang="en-IN" sz="2000" b="1">
                <a:solidFill>
                  <a:srgbClr val="002060"/>
                </a:solidFill>
                <a:latin typeface="Calibri Light"/>
                <a:ea typeface="Calibri Light"/>
                <a:cs typeface="Calibri Light"/>
              </a:rPr>
              <a:t>Context:</a:t>
            </a:r>
            <a:br>
              <a:rPr lang="en-IN" sz="2000" b="1">
                <a:solidFill>
                  <a:srgbClr val="002060"/>
                </a:solidFill>
                <a:latin typeface="Calibri Light"/>
                <a:ea typeface="Calibri Light"/>
                <a:cs typeface="Calibri Light"/>
              </a:rPr>
            </a:br>
            <a:r>
              <a:rPr lang="en-IN" sz="2000" b="1">
                <a:solidFill>
                  <a:srgbClr val="002060"/>
                </a:solidFill>
                <a:latin typeface="Calibri Light"/>
                <a:ea typeface="Calibri Light"/>
                <a:cs typeface="Calibri Light"/>
              </a:rPr>
              <a:t> Create learning content that is simple, clear, and accessible for Visually Impaired (VI) students</a:t>
            </a:r>
            <a:r>
              <a:rPr lang="en-IN" sz="2000">
                <a:solidFill>
                  <a:srgbClr val="002060"/>
                </a:solidFill>
                <a:latin typeface="Calibri Light"/>
                <a:ea typeface="Calibri Light"/>
                <a:cs typeface="Calibri Light"/>
              </a:rPr>
              <a:t>.</a:t>
            </a:r>
          </a:p>
          <a:p>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Use the </a:t>
            </a:r>
            <a:r>
              <a:rPr lang="en-IN" sz="2000" b="1">
                <a:solidFill>
                  <a:srgbClr val="002060"/>
                </a:solidFill>
                <a:latin typeface="Calibri Light"/>
                <a:ea typeface="Calibri Light"/>
                <a:cs typeface="Calibri Light"/>
              </a:rPr>
              <a:t>Tamil Nadu State Board Science syllabus/textbooks</a:t>
            </a:r>
            <a:r>
              <a:rPr lang="en-IN" sz="2000">
                <a:solidFill>
                  <a:srgbClr val="002060"/>
                </a:solidFill>
                <a:latin typeface="Calibri Light"/>
                <a:ea typeface="Calibri Light"/>
                <a:cs typeface="Calibri Light"/>
              </a:rPr>
              <a:t> to create accurate lesson content using ChatGPT, Microsoft Copilot, or Google Gemini</a:t>
            </a:r>
          </a:p>
          <a:p>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Act as an experienced inclusive Science teacher. Create a short, simple, and clear lesson suitable for VI students.</a:t>
            </a:r>
          </a:p>
          <a:p>
            <a:r>
              <a:rPr lang="en-IN" sz="2000" b="1">
                <a:latin typeface="Calibri Light"/>
                <a:ea typeface="Calibri Light"/>
                <a:cs typeface="Calibri Light"/>
              </a:rPr>
              <a:t>Steps:</a:t>
            </a:r>
            <a:endParaRPr lang="en-IN" sz="2000">
              <a:latin typeface="Calibri Light"/>
              <a:ea typeface="Calibri Light"/>
              <a:cs typeface="Calibri Light"/>
            </a:endParaRPr>
          </a:p>
          <a:p>
            <a:r>
              <a:rPr lang="en-IN" sz="2000">
                <a:latin typeface="Calibri Light"/>
                <a:ea typeface="Calibri Light"/>
                <a:cs typeface="Calibri Light"/>
              </a:rPr>
              <a:t>Select a short topic from the </a:t>
            </a:r>
            <a:r>
              <a:rPr lang="en-IN" sz="2000" b="1">
                <a:latin typeface="Calibri Light"/>
                <a:ea typeface="Calibri Light"/>
                <a:cs typeface="Calibri Light"/>
              </a:rPr>
              <a:t>Tamil Nadu State Board Science syllabus/textbook</a:t>
            </a:r>
            <a:r>
              <a:rPr lang="en-IN" sz="2000">
                <a:latin typeface="Calibri Light"/>
                <a:ea typeface="Calibri Light"/>
                <a:cs typeface="Calibri Light"/>
              </a:rPr>
              <a:t>. </a:t>
            </a:r>
          </a:p>
          <a:p>
            <a:r>
              <a:rPr lang="en-IN" sz="2000">
                <a:latin typeface="Calibri Light"/>
                <a:ea typeface="Calibri Light"/>
                <a:cs typeface="Calibri Light"/>
              </a:rPr>
              <a:t>Use </a:t>
            </a:r>
            <a:r>
              <a:rPr lang="en-IN" sz="2000" b="1">
                <a:latin typeface="Calibri Light"/>
                <a:ea typeface="Calibri Light"/>
                <a:cs typeface="Calibri Light"/>
              </a:rPr>
              <a:t>ChatGPT, Microsoft Copilot, or Google Gemini</a:t>
            </a:r>
            <a:r>
              <a:rPr lang="en-IN" sz="2000">
                <a:latin typeface="Calibri Light"/>
                <a:ea typeface="Calibri Light"/>
                <a:cs typeface="Calibri Light"/>
              </a:rPr>
              <a:t> to create a short lesson suitable for VI students. </a:t>
            </a:r>
          </a:p>
          <a:p>
            <a:r>
              <a:rPr lang="en-IN" sz="2000">
                <a:latin typeface="Calibri Light"/>
                <a:ea typeface="Calibri Light"/>
                <a:cs typeface="Calibri Light"/>
              </a:rPr>
              <a:t>Review the generated content and ensure that the </a:t>
            </a:r>
            <a:r>
              <a:rPr lang="en-IN" sz="2000" b="1">
                <a:latin typeface="Calibri Light"/>
                <a:ea typeface="Calibri Light"/>
                <a:cs typeface="Calibri Light"/>
              </a:rPr>
              <a:t>scientific information is accurate</a:t>
            </a:r>
            <a:r>
              <a:rPr lang="en-IN" sz="2000">
                <a:latin typeface="Calibri Light"/>
                <a:ea typeface="Calibri Light"/>
                <a:cs typeface="Calibri Light"/>
              </a:rPr>
              <a:t> and aligned with the textbook. </a:t>
            </a:r>
          </a:p>
          <a:p>
            <a:r>
              <a:rPr lang="en-IN" sz="2000">
                <a:latin typeface="Calibri Light"/>
                <a:ea typeface="Calibri Light"/>
                <a:cs typeface="Calibri Light"/>
              </a:rPr>
              <a:t>Open </a:t>
            </a:r>
            <a:r>
              <a:rPr lang="en-IN" sz="2000" b="1">
                <a:latin typeface="Calibri Light"/>
                <a:ea typeface="Calibri Light"/>
                <a:cs typeface="Calibri Light"/>
              </a:rPr>
              <a:t>Sarvam AI → Text-to-Speech</a:t>
            </a:r>
            <a:r>
              <a:rPr lang="en-IN" sz="2000">
                <a:latin typeface="Calibri Light"/>
                <a:ea typeface="Calibri Light"/>
                <a:cs typeface="Calibri Light"/>
              </a:rPr>
              <a:t>. </a:t>
            </a:r>
          </a:p>
        </p:txBody>
      </p:sp>
    </p:spTree>
    <p:extLst>
      <p:ext uri="{BB962C8B-B14F-4D97-AF65-F5344CB8AC3E}">
        <p14:creationId xmlns:p14="http://schemas.microsoft.com/office/powerpoint/2010/main" val="2140360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AE473A-E2E2-7BA3-FE20-9CC0616725F2}"/>
              </a:ext>
            </a:extLst>
          </p:cNvPr>
          <p:cNvSpPr>
            <a:spLocks noGrp="1"/>
          </p:cNvSpPr>
          <p:nvPr>
            <p:ph idx="1"/>
          </p:nvPr>
        </p:nvSpPr>
        <p:spPr>
          <a:xfrm>
            <a:off x="610937" y="248152"/>
            <a:ext cx="10515600" cy="4351338"/>
          </a:xfrm>
        </p:spPr>
        <p:txBody>
          <a:bodyPr vert="horz" lIns="91440" tIns="45720" rIns="91440" bIns="45720" rtlCol="0" anchor="t">
            <a:noAutofit/>
          </a:bodyPr>
          <a:lstStyle/>
          <a:p>
            <a:r>
              <a:rPr lang="en-IN" sz="2000">
                <a:latin typeface="Calibri Light"/>
                <a:ea typeface="Calibri Light"/>
                <a:cs typeface="Calibri Light"/>
              </a:rPr>
              <a:t>Copy and paste the lesson content into the input box. </a:t>
            </a:r>
            <a:endParaRPr lang="en-US" sz="2000">
              <a:latin typeface="Calibri Light"/>
              <a:ea typeface="Calibri Light"/>
              <a:cs typeface="Calibri Light"/>
            </a:endParaRPr>
          </a:p>
          <a:p>
            <a:r>
              <a:rPr lang="en-IN" sz="2000">
                <a:latin typeface="Calibri Light"/>
                <a:ea typeface="Calibri Light"/>
                <a:cs typeface="Calibri Light"/>
              </a:rPr>
              <a:t>Select a suitable </a:t>
            </a:r>
            <a:r>
              <a:rPr lang="en-IN" sz="2000" b="1">
                <a:latin typeface="Calibri Light"/>
                <a:ea typeface="Calibri Light"/>
                <a:cs typeface="Calibri Light"/>
              </a:rPr>
              <a:t>voice and required variations</a:t>
            </a:r>
            <a:r>
              <a:rPr lang="en-IN" sz="2000">
                <a:latin typeface="Calibri Light"/>
                <a:ea typeface="Calibri Light"/>
                <a:cs typeface="Calibri Light"/>
              </a:rPr>
              <a:t>, then click </a:t>
            </a:r>
            <a:r>
              <a:rPr lang="en-IN" sz="2000" b="1">
                <a:latin typeface="Calibri Light"/>
                <a:ea typeface="Calibri Light"/>
                <a:cs typeface="Calibri Light"/>
              </a:rPr>
              <a:t>Run Request</a:t>
            </a:r>
            <a:r>
              <a:rPr lang="en-IN" sz="2000">
                <a:latin typeface="Calibri Light"/>
                <a:ea typeface="Calibri Light"/>
                <a:cs typeface="Calibri Light"/>
              </a:rPr>
              <a:t>. </a:t>
            </a:r>
            <a:endParaRPr lang="en-US" sz="2000">
              <a:latin typeface="Calibri Light"/>
              <a:ea typeface="Calibri Light"/>
              <a:cs typeface="Calibri Light"/>
            </a:endParaRPr>
          </a:p>
          <a:p>
            <a:r>
              <a:rPr lang="en-IN" sz="2000">
                <a:latin typeface="Calibri Light"/>
                <a:ea typeface="Calibri Light"/>
                <a:cs typeface="Calibri Light"/>
              </a:rPr>
              <a:t>Listen to the generated audio and check: </a:t>
            </a:r>
            <a:endParaRPr lang="en-US" sz="2000">
              <a:latin typeface="Calibri Light"/>
              <a:ea typeface="Calibri Light"/>
              <a:cs typeface="Calibri Light"/>
            </a:endParaRPr>
          </a:p>
          <a:p>
            <a:pPr lvl="1"/>
            <a:r>
              <a:rPr lang="en-IN" sz="2000">
                <a:latin typeface="Calibri Light"/>
                <a:ea typeface="Calibri Light"/>
                <a:cs typeface="Calibri Light"/>
              </a:rPr>
              <a:t>Clear pronunciation </a:t>
            </a:r>
            <a:endParaRPr lang="en-US" sz="2000">
              <a:latin typeface="Calibri Light"/>
              <a:ea typeface="Calibri Light"/>
              <a:cs typeface="Calibri Light"/>
            </a:endParaRPr>
          </a:p>
          <a:p>
            <a:pPr lvl="1"/>
            <a:r>
              <a:rPr lang="en-IN" sz="2000">
                <a:latin typeface="Calibri Light"/>
                <a:ea typeface="Calibri Light"/>
                <a:cs typeface="Calibri Light"/>
              </a:rPr>
              <a:t>Appropriate speaking speed </a:t>
            </a:r>
            <a:endParaRPr lang="en-US" sz="2000">
              <a:latin typeface="Calibri Light"/>
              <a:ea typeface="Calibri Light"/>
              <a:cs typeface="Calibri Light"/>
            </a:endParaRPr>
          </a:p>
          <a:p>
            <a:pPr lvl="1"/>
            <a:r>
              <a:rPr lang="en-IN" sz="2000">
                <a:latin typeface="Calibri Light"/>
                <a:ea typeface="Calibri Light"/>
                <a:cs typeface="Calibri Light"/>
              </a:rPr>
              <a:t>Natural pauses </a:t>
            </a:r>
            <a:endParaRPr lang="en-US" sz="2000">
              <a:latin typeface="Calibri Light"/>
              <a:ea typeface="Calibri Light"/>
              <a:cs typeface="Calibri Light"/>
            </a:endParaRPr>
          </a:p>
          <a:p>
            <a:pPr lvl="1"/>
            <a:r>
              <a:rPr lang="en-IN" sz="2000">
                <a:latin typeface="Calibri Light"/>
                <a:ea typeface="Calibri Light"/>
                <a:cs typeface="Calibri Light"/>
              </a:rPr>
              <a:t>Easy-to-understand language </a:t>
            </a:r>
            <a:endParaRPr lang="en-US" sz="2000">
              <a:latin typeface="Calibri Light"/>
              <a:ea typeface="Calibri Light"/>
              <a:cs typeface="Calibri Light"/>
            </a:endParaRPr>
          </a:p>
          <a:p>
            <a:pPr lvl="1"/>
            <a:r>
              <a:rPr lang="en-IN" sz="2000">
                <a:latin typeface="Calibri Light"/>
                <a:ea typeface="Calibri Light"/>
                <a:cs typeface="Calibri Light"/>
              </a:rPr>
              <a:t>Correct pronunciation of scientific terms </a:t>
            </a:r>
            <a:endParaRPr lang="en-US" sz="2000">
              <a:latin typeface="Calibri Light"/>
              <a:ea typeface="Calibri Light"/>
              <a:cs typeface="Calibri Light"/>
            </a:endParaRPr>
          </a:p>
          <a:p>
            <a:r>
              <a:rPr lang="en-IN" sz="2000">
                <a:latin typeface="Calibri Light"/>
                <a:ea typeface="Calibri Light"/>
                <a:cs typeface="Calibri Light"/>
              </a:rPr>
              <a:t>Make necessary corrections and regenerate the audio if required.</a:t>
            </a:r>
            <a:endParaRPr lang="en-US" sz="2000">
              <a:latin typeface="Calibri Light"/>
              <a:ea typeface="Calibri Light"/>
              <a:cs typeface="Calibri Light"/>
            </a:endParaRPr>
          </a:p>
          <a:p>
            <a:r>
              <a:rPr lang="en-IN" sz="2000">
                <a:latin typeface="Calibri Light"/>
                <a:ea typeface="Calibri Light"/>
                <a:cs typeface="Calibri Light"/>
              </a:rPr>
              <a:t>Review the generated audio for Clarity, Correct pronunciation, Appropriate speaking speed , Natural pauses, Accuracy of the content. </a:t>
            </a:r>
            <a:endParaRPr lang="en-US" sz="2000">
              <a:latin typeface="Calibri Light"/>
              <a:ea typeface="Calibri Light"/>
              <a:cs typeface="Calibri Light"/>
            </a:endParaRPr>
          </a:p>
          <a:p>
            <a:r>
              <a:rPr lang="en-IN" sz="2000">
                <a:latin typeface="Calibri Light"/>
                <a:ea typeface="Calibri Light"/>
                <a:cs typeface="Calibri Light"/>
              </a:rPr>
              <a:t>Hands-on Activity</a:t>
            </a:r>
            <a:endParaRPr lang="en-US" sz="2000">
              <a:latin typeface="Calibri Light"/>
              <a:ea typeface="Calibri Light"/>
              <a:cs typeface="Calibri Light"/>
            </a:endParaRPr>
          </a:p>
          <a:p>
            <a:pPr lvl="1"/>
            <a:r>
              <a:rPr lang="en-IN" sz="2000">
                <a:latin typeface="Calibri Light"/>
                <a:ea typeface="Calibri Light"/>
                <a:cs typeface="Calibri Light"/>
              </a:rPr>
              <a:t>Create a 2-minute audio lesson for a topic from your own subject using Sarvam AI Text-to-Speech</a:t>
            </a:r>
            <a:endParaRPr lang="en-US" sz="2000">
              <a:latin typeface="Calibri Light"/>
              <a:ea typeface="Calibri Light"/>
              <a:cs typeface="Calibri Light"/>
            </a:endParaRPr>
          </a:p>
          <a:p>
            <a:pPr marL="685800"/>
            <a:r>
              <a:rPr lang="en-IN" sz="2000" b="1">
                <a:latin typeface="Calibri Light"/>
                <a:ea typeface="Calibri Light"/>
                <a:cs typeface="Calibri Light"/>
              </a:rPr>
              <a:t>Key Takeaway</a:t>
            </a:r>
            <a:br>
              <a:rPr lang="en-IN" sz="2000" b="1">
                <a:latin typeface="Calibri Light"/>
                <a:ea typeface="Calibri Light"/>
                <a:cs typeface="Calibri Light"/>
              </a:rPr>
            </a:br>
            <a:r>
              <a:rPr lang="en-IN" sz="2000" b="1">
                <a:latin typeface="Calibri Light"/>
                <a:ea typeface="Calibri Light"/>
                <a:cs typeface="Calibri Light"/>
              </a:rPr>
              <a:t>AI makes it easy to create engaging and accessible audio content that supports diverse learners and reinforces </a:t>
            </a:r>
            <a:r>
              <a:rPr lang="en-IN" sz="2000">
                <a:latin typeface="Calibri Light"/>
                <a:ea typeface="Calibri Light"/>
                <a:cs typeface="Calibri Light"/>
              </a:rPr>
              <a:t>classroom teaching.</a:t>
            </a:r>
            <a:endParaRPr lang="en-US" sz="2000">
              <a:latin typeface="Calibri Light"/>
              <a:ea typeface="Calibri Light"/>
              <a:cs typeface="Calibri Light"/>
            </a:endParaRPr>
          </a:p>
          <a:p>
            <a:endParaRPr lang="en-US"/>
          </a:p>
        </p:txBody>
      </p:sp>
    </p:spTree>
    <p:extLst>
      <p:ext uri="{BB962C8B-B14F-4D97-AF65-F5344CB8AC3E}">
        <p14:creationId xmlns:p14="http://schemas.microsoft.com/office/powerpoint/2010/main" val="759961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E472C-C851-1975-E1CA-66E8912AEA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0A65AF-0C23-9F6B-4397-2F500E4CEA20}"/>
              </a:ext>
            </a:extLst>
          </p:cNvPr>
          <p:cNvSpPr>
            <a:spLocks noGrp="1"/>
          </p:cNvSpPr>
          <p:nvPr>
            <p:ph idx="1"/>
          </p:nvPr>
        </p:nvSpPr>
        <p:spPr>
          <a:xfrm>
            <a:off x="-410028" y="1252311"/>
            <a:ext cx="10515600" cy="4351338"/>
          </a:xfrm>
        </p:spPr>
        <p:txBody>
          <a:bodyPr vert="horz" lIns="91440" tIns="45720" rIns="91440" bIns="45720" rtlCol="0" anchor="t">
            <a:normAutofit/>
          </a:bodyPr>
          <a:lstStyle/>
          <a:p>
            <a:pPr marL="0" indent="0">
              <a:buNone/>
            </a:pPr>
            <a:r>
              <a:rPr lang="en-US" sz="4400">
                <a:latin typeface="Aptos Display"/>
              </a:rPr>
              <a:t>    </a:t>
            </a:r>
            <a:endParaRPr lang="en-US">
              <a:latin typeface="Aptos" panose="02110004020202020204"/>
            </a:endParaRPr>
          </a:p>
          <a:p>
            <a:pPr marL="0" indent="0">
              <a:buNone/>
            </a:pPr>
            <a:endParaRPr lang="en-US" sz="4400">
              <a:latin typeface="Aptos Display"/>
            </a:endParaRPr>
          </a:p>
          <a:p>
            <a:pPr marL="0" indent="0">
              <a:buNone/>
            </a:pPr>
            <a:r>
              <a:rPr lang="en-US" sz="4400">
                <a:latin typeface="Aptos Display"/>
              </a:rPr>
              <a:t>                       </a:t>
            </a:r>
            <a:r>
              <a:rPr lang="en-US" sz="6000" b="1">
                <a:latin typeface="Aptos Display"/>
              </a:rPr>
              <a:t>              Hands- On</a:t>
            </a:r>
            <a:endParaRPr lang="en-US" sz="7200" b="1"/>
          </a:p>
        </p:txBody>
      </p:sp>
    </p:spTree>
    <p:extLst>
      <p:ext uri="{BB962C8B-B14F-4D97-AF65-F5344CB8AC3E}">
        <p14:creationId xmlns:p14="http://schemas.microsoft.com/office/powerpoint/2010/main" val="1308707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FAC96-A35F-C4D9-B2A0-BCC97648B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8AB43-D07D-B15A-D9DC-F3633BF55C80}"/>
              </a:ext>
            </a:extLst>
          </p:cNvPr>
          <p:cNvSpPr>
            <a:spLocks noGrp="1"/>
          </p:cNvSpPr>
          <p:nvPr>
            <p:ph type="title"/>
          </p:nvPr>
        </p:nvSpPr>
        <p:spPr>
          <a:xfrm>
            <a:off x="685684" y="148164"/>
            <a:ext cx="9372600" cy="1143000"/>
          </a:xfrm>
        </p:spPr>
        <p:txBody>
          <a:bodyPr>
            <a:normAutofit/>
          </a:bodyPr>
          <a:lstStyle/>
          <a:p>
            <a:r>
              <a:rPr sz="2800" b="1" dirty="0">
                <a:latin typeface="Calibri Light"/>
                <a:ea typeface="Calibri Light"/>
                <a:cs typeface="Calibri Light"/>
              </a:rPr>
              <a:t>Use Case:</a:t>
            </a:r>
            <a:r>
              <a:rPr lang="en-IN" sz="2800" b="1" dirty="0">
                <a:latin typeface="Calibri Light"/>
                <a:ea typeface="Calibri Light"/>
                <a:cs typeface="Calibri Light"/>
              </a:rPr>
              <a:t> Turn Science Laws into Music Using AI</a:t>
            </a:r>
            <a:br>
              <a:rPr lang="en-IN" b="1" dirty="0"/>
            </a:br>
            <a:endParaRPr/>
          </a:p>
        </p:txBody>
      </p:sp>
      <p:sp>
        <p:nvSpPr>
          <p:cNvPr id="3" name="Content Placeholder 2">
            <a:extLst>
              <a:ext uri="{FF2B5EF4-FFF2-40B4-BE49-F238E27FC236}">
                <a16:creationId xmlns:a16="http://schemas.microsoft.com/office/drawing/2014/main" id="{EB43DA33-6459-01A7-B336-6CE11A7B1F86}"/>
              </a:ext>
            </a:extLst>
          </p:cNvPr>
          <p:cNvSpPr>
            <a:spLocks noGrp="1"/>
          </p:cNvSpPr>
          <p:nvPr>
            <p:ph idx="1"/>
          </p:nvPr>
        </p:nvSpPr>
        <p:spPr>
          <a:xfrm>
            <a:off x="686510" y="890398"/>
            <a:ext cx="11261556" cy="6631688"/>
          </a:xfrm>
        </p:spPr>
        <p:txBody>
          <a:bodyPr vert="horz" lIns="91440" tIns="45720" rIns="91440" bIns="45720" rtlCol="0" anchor="t">
            <a:normAutofit/>
          </a:bodyPr>
          <a:lstStyle/>
          <a:p>
            <a:pPr indent="0">
              <a:buNone/>
            </a:pPr>
            <a:r>
              <a:rPr lang="en-IN" sz="2000" b="1">
                <a:latin typeface="Calibri Light"/>
                <a:ea typeface="Calibri Light"/>
                <a:cs typeface="Calibri Light"/>
              </a:rPr>
              <a:t>Activity:</a:t>
            </a:r>
            <a:endParaRPr lang="en-IN" sz="2000">
              <a:latin typeface="Calibri Light"/>
              <a:ea typeface="Calibri Light"/>
              <a:cs typeface="Calibri Light"/>
            </a:endParaRPr>
          </a:p>
          <a:p>
            <a:pPr>
              <a:buFont typeface="Arial"/>
            </a:pPr>
            <a:r>
              <a:rPr lang="en-IN" sz="2000" b="1">
                <a:solidFill>
                  <a:srgbClr val="002060"/>
                </a:solidFill>
                <a:latin typeface="Calibri Light"/>
                <a:ea typeface="Calibri Light"/>
                <a:cs typeface="Calibri Light"/>
              </a:rPr>
              <a:t>Goal:</a:t>
            </a:r>
            <a:r>
              <a:rPr lang="en-IN" sz="2000">
                <a:solidFill>
                  <a:srgbClr val="002060"/>
                </a:solidFill>
                <a:latin typeface="Calibri Light"/>
                <a:ea typeface="Calibri Light"/>
                <a:cs typeface="Calibri Light"/>
              </a:rPr>
              <a:t> Convert science laws into a simple and memorable song using AI.</a:t>
            </a:r>
          </a:p>
          <a:p>
            <a:pPr>
              <a:buFont typeface="Arial"/>
            </a:pPr>
            <a:r>
              <a:rPr lang="en-IN" sz="2000" b="1">
                <a:solidFill>
                  <a:srgbClr val="002060"/>
                </a:solidFill>
                <a:latin typeface="Calibri Light"/>
                <a:ea typeface="Calibri Light"/>
                <a:cs typeface="Calibri Light"/>
              </a:rPr>
              <a:t>Context:</a:t>
            </a:r>
            <a:r>
              <a:rPr lang="en-IN" sz="2000">
                <a:solidFill>
                  <a:srgbClr val="002060"/>
                </a:solidFill>
                <a:latin typeface="Calibri Light"/>
                <a:ea typeface="Calibri Light"/>
                <a:cs typeface="Calibri Light"/>
              </a:rPr>
              <a:t> The activity is designed for </a:t>
            </a:r>
            <a:r>
              <a:rPr lang="en-IN" sz="2000" b="1">
                <a:solidFill>
                  <a:srgbClr val="002060"/>
                </a:solidFill>
                <a:latin typeface="Calibri Light"/>
                <a:ea typeface="Calibri Light"/>
                <a:cs typeface="Calibri Light"/>
              </a:rPr>
              <a:t>Visually Impaired (VI) students</a:t>
            </a:r>
            <a:r>
              <a:rPr lang="en-IN" sz="2000">
                <a:solidFill>
                  <a:srgbClr val="002060"/>
                </a:solidFill>
                <a:latin typeface="Calibri Light"/>
                <a:ea typeface="Calibri Light"/>
                <a:cs typeface="Calibri Light"/>
              </a:rPr>
              <a:t> to make learning science laws more engaging through audio and music.</a:t>
            </a:r>
          </a:p>
          <a:p>
            <a:pPr>
              <a:buFont typeface="Arial"/>
            </a:pPr>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Use a </a:t>
            </a:r>
            <a:r>
              <a:rPr lang="en-IN" sz="2000" b="1">
                <a:solidFill>
                  <a:srgbClr val="002060"/>
                </a:solidFill>
                <a:latin typeface="Calibri Light"/>
                <a:ea typeface="Calibri Light"/>
                <a:cs typeface="Calibri Light"/>
              </a:rPr>
              <a:t>science law or short set of science laws</a:t>
            </a:r>
            <a:r>
              <a:rPr lang="en-IN" sz="2000">
                <a:solidFill>
                  <a:srgbClr val="002060"/>
                </a:solidFill>
                <a:latin typeface="Calibri Light"/>
                <a:ea typeface="Calibri Light"/>
                <a:cs typeface="Calibri Light"/>
              </a:rPr>
              <a:t> from the relevant school Science textbook or syllabus.</a:t>
            </a:r>
          </a:p>
          <a:p>
            <a:pPr>
              <a:buFont typeface="Arial"/>
            </a:pPr>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Act as an experienced Science teacher. Use </a:t>
            </a:r>
            <a:r>
              <a:rPr lang="en-IN" sz="2000" b="1">
                <a:solidFill>
                  <a:srgbClr val="002060"/>
                </a:solidFill>
                <a:latin typeface="Calibri Light"/>
                <a:ea typeface="Calibri Light"/>
                <a:cs typeface="Calibri Light"/>
              </a:rPr>
              <a:t>Suno AI</a:t>
            </a:r>
            <a:r>
              <a:rPr lang="en-IN" sz="2000">
                <a:solidFill>
                  <a:srgbClr val="002060"/>
                </a:solidFill>
                <a:latin typeface="Calibri Light"/>
                <a:ea typeface="Calibri Light"/>
                <a:cs typeface="Calibri Light"/>
              </a:rPr>
              <a:t> to generate a song from the selected science law. Listen to the generated song and check whether the </a:t>
            </a:r>
            <a:r>
              <a:rPr lang="en-IN" sz="2000" b="1">
                <a:solidFill>
                  <a:srgbClr val="002060"/>
                </a:solidFill>
                <a:latin typeface="Calibri Light"/>
                <a:ea typeface="Calibri Light"/>
                <a:cs typeface="Calibri Light"/>
              </a:rPr>
              <a:t>science law is accurate, clearly pronounced, easy to understand, and easy to remember</a:t>
            </a:r>
            <a:r>
              <a:rPr lang="en-IN" sz="2000">
                <a:solidFill>
                  <a:srgbClr val="002060"/>
                </a:solidFill>
                <a:latin typeface="Calibri Light"/>
                <a:ea typeface="Calibri Light"/>
                <a:cs typeface="Calibri Light"/>
              </a:rPr>
              <a:t>.</a:t>
            </a:r>
          </a:p>
          <a:p>
            <a:pPr>
              <a:buFont typeface="Arial"/>
            </a:pPr>
            <a:r>
              <a:rPr lang="en-IN" sz="2000">
                <a:latin typeface="Calibri Light"/>
                <a:ea typeface="Calibri Light"/>
                <a:cs typeface="Calibri Light"/>
              </a:rPr>
              <a:t>Share the audio with VI students and encourage them to listen and repeat the key points.</a:t>
            </a:r>
          </a:p>
          <a:p>
            <a:pPr indent="0">
              <a:buNone/>
            </a:pPr>
            <a:r>
              <a:rPr lang="en-IN" sz="2000" b="1">
                <a:latin typeface="Calibri Light"/>
                <a:ea typeface="Calibri Light"/>
                <a:cs typeface="Calibri Light"/>
              </a:rPr>
              <a:t>Hands-on:</a:t>
            </a:r>
            <a:br>
              <a:rPr lang="en-IN" sz="2000" b="1">
                <a:latin typeface="Calibri Light"/>
                <a:ea typeface="Calibri Light"/>
                <a:cs typeface="Calibri Light"/>
              </a:rPr>
            </a:br>
            <a:r>
              <a:rPr lang="en-IN" sz="2000">
                <a:latin typeface="Calibri Light"/>
                <a:ea typeface="Calibri Light"/>
                <a:cs typeface="Calibri Light"/>
              </a:rPr>
              <a:t>Create a short educational song using Suno AI from one science law, such as Newton's First Law of Motion. Play the song for the students and ask them to identify and recall the science law.</a:t>
            </a:r>
          </a:p>
          <a:p>
            <a:pPr>
              <a:buNone/>
            </a:pPr>
            <a:r>
              <a:rPr lang="en-IN" sz="2000" b="1">
                <a:latin typeface="Calibri Light"/>
                <a:ea typeface="Calibri Light"/>
                <a:cs typeface="Calibri Light"/>
              </a:rPr>
              <a:t>Key Takeaway:</a:t>
            </a:r>
            <a:endParaRPr lang="en-IN" sz="2000">
              <a:latin typeface="Calibri Light"/>
              <a:ea typeface="Calibri Light"/>
              <a:cs typeface="Calibri Light"/>
            </a:endParaRPr>
          </a:p>
          <a:p>
            <a:pPr>
              <a:buNone/>
            </a:pPr>
            <a:r>
              <a:rPr lang="en-IN" sz="2000">
                <a:latin typeface="Calibri Light"/>
                <a:ea typeface="Calibri Light"/>
                <a:cs typeface="Calibri Light"/>
              </a:rPr>
              <a:t>AI can convert science concepts and laws into engaging music, helping VI students learn, remember, and revise important concepts through audio-based learning.</a:t>
            </a:r>
          </a:p>
          <a:p>
            <a:pPr marL="0" indent="0">
              <a:buNone/>
            </a:pPr>
            <a:endParaRPr lang="en-IN" sz="3800" b="1"/>
          </a:p>
          <a:p>
            <a:pPr>
              <a:defRPr sz="2200"/>
            </a:pPr>
            <a:endParaRPr/>
          </a:p>
        </p:txBody>
      </p:sp>
    </p:spTree>
    <p:extLst>
      <p:ext uri="{BB962C8B-B14F-4D97-AF65-F5344CB8AC3E}">
        <p14:creationId xmlns:p14="http://schemas.microsoft.com/office/powerpoint/2010/main" val="4102939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D11F8-4628-407B-3BB3-1C28EEFA82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A540BF-22E1-7927-DAE2-9F7702355A62}"/>
              </a:ext>
            </a:extLst>
          </p:cNvPr>
          <p:cNvSpPr>
            <a:spLocks noGrp="1"/>
          </p:cNvSpPr>
          <p:nvPr>
            <p:ph idx="1"/>
          </p:nvPr>
        </p:nvSpPr>
        <p:spPr>
          <a:xfrm>
            <a:off x="-410028" y="1252311"/>
            <a:ext cx="10515600" cy="4351338"/>
          </a:xfrm>
        </p:spPr>
        <p:txBody>
          <a:bodyPr vert="horz" lIns="91440" tIns="45720" rIns="91440" bIns="45720" rtlCol="0" anchor="t">
            <a:normAutofit/>
          </a:bodyPr>
          <a:lstStyle/>
          <a:p>
            <a:pPr marL="0" indent="0">
              <a:buNone/>
            </a:pPr>
            <a:r>
              <a:rPr lang="en-US" sz="4400">
                <a:latin typeface="Aptos Display"/>
              </a:rPr>
              <a:t>    </a:t>
            </a:r>
            <a:endParaRPr lang="en-US">
              <a:latin typeface="Aptos" panose="02110004020202020204"/>
            </a:endParaRPr>
          </a:p>
          <a:p>
            <a:pPr marL="0" indent="0">
              <a:buNone/>
            </a:pPr>
            <a:endParaRPr lang="en-US" sz="4400">
              <a:latin typeface="Aptos Display"/>
            </a:endParaRPr>
          </a:p>
          <a:p>
            <a:pPr marL="0" indent="0">
              <a:buNone/>
            </a:pPr>
            <a:r>
              <a:rPr lang="en-US" sz="4400">
                <a:latin typeface="Aptos Display"/>
              </a:rPr>
              <a:t>                       </a:t>
            </a:r>
            <a:r>
              <a:rPr lang="en-US" sz="6000" b="1">
                <a:latin typeface="Aptos Display"/>
              </a:rPr>
              <a:t>              Hands- On</a:t>
            </a:r>
            <a:endParaRPr lang="en-US" sz="7200" b="1"/>
          </a:p>
        </p:txBody>
      </p:sp>
    </p:spTree>
    <p:extLst>
      <p:ext uri="{BB962C8B-B14F-4D97-AF65-F5344CB8AC3E}">
        <p14:creationId xmlns:p14="http://schemas.microsoft.com/office/powerpoint/2010/main" val="22411372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2B44F-A099-9743-AB53-9358958829C1}"/>
              </a:ext>
            </a:extLst>
          </p:cNvPr>
          <p:cNvSpPr>
            <a:spLocks noGrp="1"/>
          </p:cNvSpPr>
          <p:nvPr>
            <p:ph type="title"/>
          </p:nvPr>
        </p:nvSpPr>
        <p:spPr/>
        <p:txBody>
          <a:bodyPr/>
          <a:lstStyle/>
          <a:p>
            <a:r>
              <a:rPr lang="en-US" dirty="0"/>
              <a:t>Things to look out for as a teacher</a:t>
            </a:r>
          </a:p>
        </p:txBody>
      </p:sp>
      <p:sp>
        <p:nvSpPr>
          <p:cNvPr id="3" name="Text Placeholder 2">
            <a:extLst>
              <a:ext uri="{FF2B5EF4-FFF2-40B4-BE49-F238E27FC236}">
                <a16:creationId xmlns:a16="http://schemas.microsoft.com/office/drawing/2014/main" id="{5FB44D01-03BB-5726-7768-942EC0F0EB1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53655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485D-E706-0045-1F6C-5C6B05D64665}"/>
              </a:ext>
            </a:extLst>
          </p:cNvPr>
          <p:cNvSpPr>
            <a:spLocks noGrp="1"/>
          </p:cNvSpPr>
          <p:nvPr>
            <p:ph type="title"/>
          </p:nvPr>
        </p:nvSpPr>
        <p:spPr>
          <a:xfrm>
            <a:off x="411480" y="182880"/>
            <a:ext cx="11369040" cy="685800"/>
          </a:xfrm>
        </p:spPr>
        <p:txBody>
          <a:bodyPr wrap="square">
            <a:noAutofit/>
          </a:bodyPr>
          <a:lstStyle/>
          <a:p>
            <a:pPr>
              <a:defRPr sz="3600" b="1">
                <a:latin typeface="Calibri Light"/>
              </a:defRPr>
            </a:pPr>
            <a:r>
              <a:rPr lang="en-US" sz="3600" b="1">
                <a:latin typeface="Calibri Light"/>
              </a:rPr>
              <a:t>Things to look out for as a teacher</a:t>
            </a:r>
          </a:p>
        </p:txBody>
      </p:sp>
      <p:sp>
        <p:nvSpPr>
          <p:cNvPr id="3" name="Content Placeholder 2">
            <a:extLst>
              <a:ext uri="{FF2B5EF4-FFF2-40B4-BE49-F238E27FC236}">
                <a16:creationId xmlns:a16="http://schemas.microsoft.com/office/drawing/2014/main" id="{E5BF03D7-2B0B-036B-E6D4-208DCBDDA8B5}"/>
              </a:ext>
            </a:extLst>
          </p:cNvPr>
          <p:cNvSpPr>
            <a:spLocks noGrp="1"/>
          </p:cNvSpPr>
          <p:nvPr>
            <p:ph idx="1"/>
          </p:nvPr>
        </p:nvSpPr>
        <p:spPr>
          <a:xfrm>
            <a:off x="640080" y="867243"/>
            <a:ext cx="10911840" cy="5981843"/>
          </a:xfrm>
        </p:spPr>
        <p:txBody>
          <a:bodyPr vert="horz" wrap="square" lIns="91440" tIns="45720" rIns="91440" bIns="45720" rtlCol="0" anchor="t">
            <a:normAutofit fontScale="92500"/>
          </a:bodyPr>
          <a:lstStyle/>
          <a:p>
            <a:pPr>
              <a:defRPr sz="2400" b="0">
                <a:latin typeface="Calibri Light"/>
              </a:defRPr>
            </a:pPr>
            <a:r>
              <a:rPr lang="en-US" sz="2400">
                <a:latin typeface="Calibri Light"/>
                <a:ea typeface="+mn-lt"/>
                <a:cs typeface="+mn-lt"/>
              </a:rPr>
              <a:t>AI dependence </a:t>
            </a:r>
            <a:r>
              <a:rPr lang="en-US" sz="2400" b="0">
                <a:latin typeface="Calibri Light"/>
                <a:ea typeface="+mn-lt"/>
                <a:cs typeface="+mn-lt"/>
              </a:rPr>
              <a:t>can </a:t>
            </a:r>
            <a:r>
              <a:rPr lang="en-US" sz="2400" b="1">
                <a:latin typeface="Calibri Light"/>
                <a:ea typeface="+mn-lt"/>
                <a:cs typeface="+mn-lt"/>
              </a:rPr>
              <a:t>deter critical thinking, creativity, learning </a:t>
            </a:r>
            <a:r>
              <a:rPr lang="en-US" sz="2400" b="0">
                <a:latin typeface="Calibri Light"/>
                <a:ea typeface="+mn-lt"/>
                <a:cs typeface="+mn-lt"/>
              </a:rPr>
              <a:t>– both for teachers and students</a:t>
            </a:r>
            <a:endParaRPr lang="en-US" sz="2400">
              <a:ea typeface="+mn-lt"/>
              <a:cs typeface="+mn-lt"/>
            </a:endParaRPr>
          </a:p>
          <a:p>
            <a:pPr lvl="1">
              <a:defRPr sz="2200" b="0">
                <a:latin typeface="Calibri Light"/>
              </a:defRPr>
            </a:pPr>
            <a:r>
              <a:rPr lang="en-US" b="0">
                <a:latin typeface="Calibri Light"/>
                <a:ea typeface="+mn-lt"/>
                <a:cs typeface="+mn-lt"/>
              </a:rPr>
              <a:t>Humans need to learn to question, evaluate, and verify AI-generated responses rather than accepting them blindly. </a:t>
            </a:r>
            <a:endParaRPr lang="en-US">
              <a:ea typeface="Calibri Light"/>
              <a:cs typeface="Calibri Light"/>
            </a:endParaRPr>
          </a:p>
          <a:p>
            <a:pPr>
              <a:defRPr sz="2400" b="0">
                <a:latin typeface="Calibri Light"/>
              </a:defRPr>
            </a:pPr>
            <a:r>
              <a:rPr lang="en-US" sz="2400" b="0">
                <a:latin typeface="Calibri Light"/>
                <a:ea typeface="+mn-lt"/>
                <a:cs typeface="+mn-lt"/>
              </a:rPr>
              <a:t>AI dependence </a:t>
            </a:r>
            <a:r>
              <a:rPr lang="en-US" sz="2400" b="1">
                <a:latin typeface="Calibri Light"/>
                <a:ea typeface="+mn-lt"/>
                <a:cs typeface="+mn-lt"/>
              </a:rPr>
              <a:t>can result in unfairness &amp; exclusion</a:t>
            </a:r>
          </a:p>
          <a:p>
            <a:pPr lvl="1">
              <a:defRPr sz="2200" b="0">
                <a:latin typeface="Calibri Light"/>
              </a:defRPr>
            </a:pPr>
            <a:r>
              <a:rPr lang="en-US" b="0">
                <a:latin typeface="Calibri Light"/>
                <a:ea typeface="+mn-lt"/>
                <a:cs typeface="+mn-lt"/>
              </a:rPr>
              <a:t>Humans need to identify and correct bias, stereotypes, or culturally inappropriate content produced by AI (gender and racial bias)</a:t>
            </a:r>
            <a:endParaRPr lang="en-US">
              <a:ea typeface="Calibri Light"/>
              <a:cs typeface="Calibri Light"/>
            </a:endParaRPr>
          </a:p>
          <a:p>
            <a:pPr>
              <a:defRPr sz="2400" b="0">
                <a:latin typeface="Calibri Light"/>
              </a:defRPr>
            </a:pPr>
            <a:r>
              <a:rPr lang="en-US" sz="2400" b="0">
                <a:latin typeface="Calibri Light"/>
                <a:ea typeface="+mn-lt"/>
                <a:cs typeface="+mn-lt"/>
              </a:rPr>
              <a:t>AI </a:t>
            </a:r>
            <a:r>
              <a:rPr lang="en-US" sz="2400" b="1">
                <a:latin typeface="Calibri Light"/>
                <a:ea typeface="+mn-lt"/>
                <a:cs typeface="+mn-lt"/>
              </a:rPr>
              <a:t>can cause data privacy and safety issues </a:t>
            </a:r>
          </a:p>
          <a:p>
            <a:pPr lvl="1">
              <a:defRPr sz="2200" b="0">
                <a:latin typeface="Calibri Light"/>
              </a:defRPr>
            </a:pPr>
            <a:r>
              <a:rPr lang="en-US" b="0">
                <a:latin typeface="Calibri Light"/>
                <a:ea typeface="+mn-lt"/>
                <a:cs typeface="+mn-lt"/>
              </a:rPr>
              <a:t>Humans need to ensure sensitive information is not shared with AI tools. </a:t>
            </a:r>
            <a:endParaRPr lang="en-US">
              <a:ea typeface="Calibri Light"/>
              <a:cs typeface="Calibri Light"/>
            </a:endParaRPr>
          </a:p>
          <a:p>
            <a:pPr>
              <a:defRPr sz="2400" b="0">
                <a:latin typeface="Calibri Light"/>
              </a:defRPr>
            </a:pPr>
            <a:r>
              <a:rPr lang="en-US" sz="2400" b="0">
                <a:latin typeface="Calibri Light"/>
                <a:ea typeface="+mn-lt"/>
                <a:cs typeface="+mn-lt"/>
              </a:rPr>
              <a:t>AI </a:t>
            </a:r>
            <a:r>
              <a:rPr lang="en-US" sz="2400" b="1">
                <a:latin typeface="Calibri Light"/>
                <a:ea typeface="+mn-lt"/>
                <a:cs typeface="+mn-lt"/>
              </a:rPr>
              <a:t>can cause unethical practices </a:t>
            </a:r>
          </a:p>
          <a:p>
            <a:pPr lvl="1">
              <a:defRPr sz="2200" b="0">
                <a:latin typeface="Calibri Light"/>
              </a:defRPr>
            </a:pPr>
            <a:r>
              <a:rPr lang="en-US" b="0">
                <a:latin typeface="Calibri Light"/>
                <a:ea typeface="+mn-lt"/>
                <a:cs typeface="+mn-lt"/>
              </a:rPr>
              <a:t>Humans need to ensure AI supports learning without encouraging plagiarism or overdependence. </a:t>
            </a:r>
            <a:endParaRPr lang="en-US">
              <a:ea typeface="Calibri Light"/>
              <a:cs typeface="Calibri Light"/>
            </a:endParaRPr>
          </a:p>
          <a:p>
            <a:pPr>
              <a:defRPr sz="2400" b="0">
                <a:latin typeface="Calibri Light"/>
              </a:defRPr>
            </a:pPr>
            <a:r>
              <a:rPr lang="en-US" sz="2400" b="0">
                <a:latin typeface="Calibri Light"/>
                <a:ea typeface="+mn-lt"/>
                <a:cs typeface="+mn-lt"/>
              </a:rPr>
              <a:t>AI </a:t>
            </a:r>
            <a:r>
              <a:rPr lang="en-US" sz="2400" b="1">
                <a:latin typeface="Calibri Light"/>
                <a:ea typeface="+mn-lt"/>
                <a:cs typeface="+mn-lt"/>
              </a:rPr>
              <a:t>cannot enforce human values</a:t>
            </a:r>
            <a:r>
              <a:rPr lang="en-US" sz="2400" b="0">
                <a:latin typeface="Calibri Light"/>
                <a:ea typeface="+mn-lt"/>
                <a:cs typeface="+mn-lt"/>
              </a:rPr>
              <a:t> </a:t>
            </a:r>
          </a:p>
          <a:p>
            <a:pPr lvl="1">
              <a:defRPr sz="2200" b="0">
                <a:latin typeface="Calibri Light"/>
              </a:defRPr>
            </a:pPr>
            <a:r>
              <a:rPr lang="en-US" b="0">
                <a:latin typeface="Calibri Light"/>
                <a:ea typeface="+mn-lt"/>
                <a:cs typeface="+mn-lt"/>
              </a:rPr>
              <a:t>Humans need to ensure empathy, motivation, encouragement, classroom relationships, and emotional support remain uniquely human strengths.</a:t>
            </a:r>
          </a:p>
          <a:p>
            <a:pPr>
              <a:defRPr sz="2400" b="0">
                <a:latin typeface="Calibri Light"/>
              </a:defRPr>
            </a:pPr>
            <a:r>
              <a:rPr lang="en-US" sz="2400" b="0">
                <a:latin typeface="Calibri Light"/>
                <a:ea typeface="+mn-lt"/>
                <a:cs typeface="+mn-lt"/>
              </a:rPr>
              <a:t>Gen AI can confidently make up </a:t>
            </a:r>
            <a:r>
              <a:rPr lang="en-US" sz="2400" b="1">
                <a:latin typeface="Calibri Light"/>
                <a:ea typeface="+mn-lt"/>
                <a:cs typeface="+mn-lt"/>
              </a:rPr>
              <a:t>facts without sources</a:t>
            </a:r>
          </a:p>
          <a:p>
            <a:pPr lvl="1">
              <a:defRPr sz="2200" b="0">
                <a:latin typeface="Calibri Light"/>
              </a:defRPr>
            </a:pPr>
            <a:r>
              <a:rPr lang="en-US" b="0">
                <a:latin typeface="Calibri Light"/>
                <a:ea typeface="+mn-lt"/>
                <a:cs typeface="+mn-lt"/>
              </a:rPr>
              <a:t>Humans need to know the subject matter well to identify the errors generated by AI that are not backed by science or facts</a:t>
            </a:r>
            <a:endParaRPr lang="en-US">
              <a:ea typeface="Calibri Light"/>
              <a:cs typeface="Calibri Light"/>
            </a:endParaRPr>
          </a:p>
          <a:p>
            <a:pPr>
              <a:defRPr sz="2400" b="0">
                <a:latin typeface="Calibri Light"/>
              </a:defRPr>
            </a:pPr>
            <a:endParaRPr lang="en-US" sz="2000"/>
          </a:p>
        </p:txBody>
      </p:sp>
    </p:spTree>
    <p:extLst>
      <p:ext uri="{BB962C8B-B14F-4D97-AF65-F5344CB8AC3E}">
        <p14:creationId xmlns:p14="http://schemas.microsoft.com/office/powerpoint/2010/main" val="3527140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5D8A-6EC7-235E-03E8-E59D0F6EBFC0}"/>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Let us all remember </a:t>
            </a:r>
          </a:p>
        </p:txBody>
      </p:sp>
      <p:sp>
        <p:nvSpPr>
          <p:cNvPr id="3" name="Content Placeholder 2">
            <a:extLst>
              <a:ext uri="{FF2B5EF4-FFF2-40B4-BE49-F238E27FC236}">
                <a16:creationId xmlns:a16="http://schemas.microsoft.com/office/drawing/2014/main" id="{08FB7A8F-86FB-2A8E-C214-609D0A9623D3}"/>
              </a:ext>
            </a:extLst>
          </p:cNvPr>
          <p:cNvSpPr>
            <a:spLocks noGrp="1"/>
          </p:cNvSpPr>
          <p:nvPr>
            <p:ph idx="1"/>
          </p:nvPr>
        </p:nvSpPr>
        <p:spPr>
          <a:xfrm>
            <a:off x="640080" y="1097280"/>
            <a:ext cx="10911840" cy="5751806"/>
          </a:xfrm>
        </p:spPr>
        <p:txBody>
          <a:bodyPr vert="horz" wrap="square" lIns="91440" tIns="45720" rIns="91440" bIns="45720" rtlCol="0" anchor="t">
            <a:normAutofit fontScale="92500" lnSpcReduction="10000"/>
          </a:bodyPr>
          <a:lstStyle/>
          <a:p>
            <a:pPr>
              <a:defRPr sz="2400" b="0">
                <a:latin typeface="Calibri Light"/>
              </a:defRPr>
            </a:pPr>
            <a:r>
              <a:rPr lang="en-US" sz="2400" b="0">
                <a:latin typeface="Calibri Light"/>
              </a:rPr>
              <a:t>AI is not a substitute for </a:t>
            </a:r>
            <a:endParaRPr lang="en-US" sz="2400" b="0">
              <a:latin typeface="Calibri Light"/>
              <a:ea typeface="Calibri Light"/>
              <a:cs typeface="Calibri Light"/>
            </a:endParaRPr>
          </a:p>
          <a:p>
            <a:pPr lvl="1">
              <a:defRPr sz="2200" b="0">
                <a:latin typeface="Calibri Light"/>
              </a:defRPr>
            </a:pPr>
            <a:r>
              <a:rPr lang="en-US" b="0">
                <a:latin typeface="Calibri Light"/>
              </a:rPr>
              <a:t>Professional advice from </a:t>
            </a:r>
            <a:r>
              <a:rPr lang="en-US">
                <a:latin typeface="Calibri Light"/>
              </a:rPr>
              <a:t>teachers, </a:t>
            </a:r>
            <a:r>
              <a:rPr lang="en-US" b="0">
                <a:latin typeface="Calibri Light"/>
              </a:rPr>
              <a:t>doctors, CA, lawyers etc. </a:t>
            </a:r>
            <a:endParaRPr lang="en-US" b="0">
              <a:latin typeface="Calibri Light"/>
              <a:ea typeface="Calibri Light"/>
              <a:cs typeface="Calibri Light"/>
            </a:endParaRPr>
          </a:p>
          <a:p>
            <a:pPr lvl="1">
              <a:defRPr sz="2200" b="0">
                <a:latin typeface="Calibri Light"/>
              </a:defRPr>
            </a:pPr>
            <a:r>
              <a:rPr lang="en-US" b="0">
                <a:latin typeface="Calibri Light"/>
              </a:rPr>
              <a:t>Do not rely on AI generated content for your physical or mental health</a:t>
            </a:r>
            <a:endParaRPr lang="en-US" b="0">
              <a:latin typeface="Calibri Light"/>
              <a:ea typeface="Calibri Light"/>
              <a:cs typeface="Calibri Light"/>
            </a:endParaRPr>
          </a:p>
          <a:p>
            <a:pPr>
              <a:defRPr sz="2400" b="0">
                <a:latin typeface="Calibri Light"/>
              </a:defRPr>
            </a:pPr>
            <a:r>
              <a:rPr lang="en-US" sz="2400" b="0">
                <a:latin typeface="Calibri Light"/>
                <a:ea typeface="Calibri Light"/>
                <a:cs typeface="Calibri Light"/>
              </a:rPr>
              <a:t>AI may talk like a human but it does not have emotions. The responses are generated to make the humans “feel like they are talking to another human”</a:t>
            </a:r>
          </a:p>
          <a:p>
            <a:pPr>
              <a:defRPr sz="2400" b="0">
                <a:latin typeface="Calibri Light"/>
              </a:defRPr>
            </a:pPr>
            <a:r>
              <a:rPr lang="en-US" sz="2400" b="0">
                <a:latin typeface="Calibri Light"/>
              </a:rPr>
              <a:t>We should not develop overdependence on AI </a:t>
            </a:r>
          </a:p>
          <a:p>
            <a:pPr>
              <a:defRPr sz="2400" b="0">
                <a:latin typeface="Calibri Light"/>
              </a:defRPr>
            </a:pPr>
            <a:r>
              <a:rPr lang="en-US" sz="2400" b="0">
                <a:latin typeface="Calibri Light"/>
              </a:rPr>
              <a:t>AI is not always accurate</a:t>
            </a:r>
          </a:p>
          <a:p>
            <a:pPr lvl="1">
              <a:defRPr sz="2200" b="0">
                <a:latin typeface="Calibri Light"/>
              </a:defRPr>
            </a:pPr>
            <a:r>
              <a:rPr lang="en-US" b="0">
                <a:latin typeface="Calibri Light"/>
              </a:rPr>
              <a:t>Self judgement for accuracy is a must</a:t>
            </a:r>
            <a:endParaRPr lang="en-US" b="0">
              <a:latin typeface="Calibri Light"/>
              <a:ea typeface="Calibri Light"/>
              <a:cs typeface="Calibri Light"/>
            </a:endParaRPr>
          </a:p>
          <a:p>
            <a:pPr lvl="1">
              <a:defRPr sz="2200" b="0">
                <a:latin typeface="Calibri Light"/>
              </a:defRPr>
            </a:pPr>
            <a:r>
              <a:rPr lang="en-US" b="0">
                <a:latin typeface="Calibri Light"/>
              </a:rPr>
              <a:t>Lag between current updates and the training data </a:t>
            </a:r>
            <a:endParaRPr lang="en-US" b="0">
              <a:latin typeface="Calibri Light"/>
              <a:ea typeface="Calibri Light"/>
              <a:cs typeface="Calibri Light"/>
            </a:endParaRPr>
          </a:p>
          <a:p>
            <a:pPr lvl="1">
              <a:defRPr sz="2200" b="0">
                <a:latin typeface="Calibri Light"/>
              </a:defRPr>
            </a:pPr>
            <a:r>
              <a:rPr lang="en-US" b="0">
                <a:latin typeface="Calibri Light"/>
              </a:rPr>
              <a:t>Not being aware of the training the model has received </a:t>
            </a:r>
            <a:endParaRPr lang="en-US" b="0">
              <a:latin typeface="Calibri Light"/>
              <a:ea typeface="Calibri Light"/>
              <a:cs typeface="Calibri Light"/>
            </a:endParaRPr>
          </a:p>
          <a:p>
            <a:pPr>
              <a:defRPr sz="2400" b="0">
                <a:latin typeface="Calibri Light"/>
              </a:defRPr>
            </a:pPr>
            <a:r>
              <a:rPr lang="en-US" sz="2400" b="0">
                <a:latin typeface="Calibri Light"/>
              </a:rPr>
              <a:t>Responsibility of using AI properly is on the humans</a:t>
            </a:r>
          </a:p>
          <a:p>
            <a:pPr>
              <a:defRPr sz="2400" b="0">
                <a:latin typeface="Calibri Light"/>
              </a:defRPr>
            </a:pPr>
            <a:r>
              <a:rPr lang="en-US" sz="2400" b="0">
                <a:latin typeface="Calibri Light"/>
              </a:rPr>
              <a:t>When there is a need to get live data input, official sources information, access the sources directly without AI </a:t>
            </a:r>
            <a:endParaRPr lang="en-US" sz="2400">
              <a:latin typeface="Calibri Light"/>
              <a:ea typeface="Calibri Light"/>
              <a:cs typeface="Calibri Light"/>
            </a:endParaRPr>
          </a:p>
          <a:p>
            <a:pPr>
              <a:defRPr sz="2400" b="0">
                <a:latin typeface="Calibri Light"/>
              </a:defRPr>
            </a:pPr>
            <a:r>
              <a:rPr lang="en-US" sz="2400" b="0">
                <a:latin typeface="Calibri Light"/>
                <a:ea typeface="Calibri Light"/>
                <a:cs typeface="Calibri Light"/>
              </a:rPr>
              <a:t>Use AI only when needed as there is an environmental cost for running AI models as well due to the large computing and data storage needs </a:t>
            </a:r>
          </a:p>
          <a:p>
            <a:pPr>
              <a:defRPr sz="2400" b="0">
                <a:latin typeface="Calibri Light"/>
              </a:defRPr>
            </a:pPr>
            <a:r>
              <a:rPr lang="en-US" sz="2200" b="1">
                <a:latin typeface="Calibri Light"/>
                <a:ea typeface="Calibri Light"/>
                <a:cs typeface="Calibri Light"/>
              </a:rPr>
              <a:t>GRASP prompt to ask questions, QUESTION prompt evaluate responses</a:t>
            </a:r>
            <a:endParaRPr lang="en-US" sz="2200">
              <a:latin typeface="Calibri Light"/>
              <a:ea typeface="Calibri Light"/>
              <a:cs typeface="Calibri Light"/>
            </a:endParaRPr>
          </a:p>
          <a:p>
            <a:pPr>
              <a:defRPr sz="2400" b="0">
                <a:latin typeface="Calibri Light"/>
              </a:defRPr>
            </a:pPr>
            <a:endParaRPr lang="en-US" sz="2400">
              <a:latin typeface="Calibri Light"/>
              <a:ea typeface="Calibri Light"/>
              <a:cs typeface="Calibri Light"/>
            </a:endParaRPr>
          </a:p>
          <a:p>
            <a:pPr>
              <a:defRPr sz="2400" b="0">
                <a:latin typeface="Calibri Light"/>
              </a:defRPr>
            </a:pPr>
            <a:endParaRPr lang="en-US" sz="1800">
              <a:latin typeface="+mj-lt"/>
            </a:endParaRPr>
          </a:p>
          <a:p>
            <a:pPr>
              <a:defRPr sz="2400" b="0">
                <a:latin typeface="Calibri Light"/>
              </a:defRPr>
            </a:pPr>
            <a:endParaRPr lang="en-US" sz="1800">
              <a:latin typeface="+mj-lt"/>
            </a:endParaRPr>
          </a:p>
        </p:txBody>
      </p:sp>
    </p:spTree>
    <p:extLst>
      <p:ext uri="{BB962C8B-B14F-4D97-AF65-F5344CB8AC3E}">
        <p14:creationId xmlns:p14="http://schemas.microsoft.com/office/powerpoint/2010/main" val="3189162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6BD53-CD7B-02C9-1E5B-714B1D8C70A8}"/>
              </a:ext>
            </a:extLst>
          </p:cNvPr>
          <p:cNvSpPr>
            <a:spLocks noGrp="1"/>
          </p:cNvSpPr>
          <p:nvPr>
            <p:ph type="title"/>
          </p:nvPr>
        </p:nvSpPr>
        <p:spPr>
          <a:xfrm>
            <a:off x="411480" y="182880"/>
            <a:ext cx="11369040" cy="685800"/>
          </a:xfrm>
        </p:spPr>
        <p:txBody>
          <a:bodyPr wrap="square">
            <a:noAutofit/>
          </a:bodyPr>
          <a:lstStyle/>
          <a:p>
            <a:pPr algn="l">
              <a:defRPr sz="3600" b="1">
                <a:latin typeface="Calibri Light"/>
              </a:defRPr>
            </a:pPr>
            <a:r>
              <a:rPr lang="en-US" sz="3600" b="1">
                <a:latin typeface="Calibri Light"/>
              </a:rPr>
              <a:t>Can I teach AI to students ?</a:t>
            </a:r>
          </a:p>
        </p:txBody>
      </p:sp>
      <p:sp>
        <p:nvSpPr>
          <p:cNvPr id="3" name="Content Placeholder 2">
            <a:extLst>
              <a:ext uri="{FF2B5EF4-FFF2-40B4-BE49-F238E27FC236}">
                <a16:creationId xmlns:a16="http://schemas.microsoft.com/office/drawing/2014/main" id="{8C97FCCD-E84C-CBB1-F215-16842F5B4432}"/>
              </a:ext>
            </a:extLst>
          </p:cNvPr>
          <p:cNvSpPr>
            <a:spLocks noGrp="1"/>
          </p:cNvSpPr>
          <p:nvPr>
            <p:ph idx="1"/>
          </p:nvPr>
        </p:nvSpPr>
        <p:spPr>
          <a:xfrm>
            <a:off x="640080" y="1097280"/>
            <a:ext cx="10911840" cy="5349240"/>
          </a:xfrm>
        </p:spPr>
        <p:txBody>
          <a:bodyPr vert="horz" wrap="square" lIns="91440" tIns="45720" rIns="91440" bIns="45720" rtlCol="0" anchor="t">
            <a:normAutofit/>
          </a:bodyPr>
          <a:lstStyle/>
          <a:p>
            <a:pPr>
              <a:defRPr sz="2400" b="0">
                <a:latin typeface="Calibri Light"/>
              </a:defRPr>
            </a:pPr>
            <a:r>
              <a:rPr lang="en-US" b="0">
                <a:latin typeface="Calibri Light"/>
              </a:rPr>
              <a:t>As understood in the session, AI is a very powerful tool in the hands of its user</a:t>
            </a:r>
            <a:endParaRPr lang="en-US" b="0">
              <a:latin typeface="Calibri Light"/>
              <a:ea typeface="Calibri Light"/>
              <a:cs typeface="Calibri Light"/>
            </a:endParaRPr>
          </a:p>
          <a:p>
            <a:pPr>
              <a:defRPr sz="2400" b="0">
                <a:latin typeface="Calibri Light"/>
              </a:defRPr>
            </a:pPr>
            <a:r>
              <a:rPr lang="en-US" b="0">
                <a:latin typeface="Calibri Light"/>
              </a:rPr>
              <a:t>Students </a:t>
            </a:r>
            <a:r>
              <a:rPr lang="en-US">
                <a:latin typeface="Calibri Light"/>
              </a:rPr>
              <a:t>may not completely understand the </a:t>
            </a:r>
            <a:r>
              <a:rPr lang="en-US" b="0">
                <a:latin typeface="Calibri Light"/>
              </a:rPr>
              <a:t>applications as well the challenges of AI </a:t>
            </a:r>
            <a:endParaRPr lang="en-US" b="0">
              <a:latin typeface="Calibri Light"/>
              <a:ea typeface="Calibri Light"/>
              <a:cs typeface="Calibri Light"/>
            </a:endParaRPr>
          </a:p>
          <a:p>
            <a:pPr>
              <a:defRPr sz="2400" b="0">
                <a:latin typeface="Calibri Light"/>
              </a:defRPr>
            </a:pPr>
            <a:r>
              <a:rPr lang="en-US">
                <a:latin typeface="Calibri Light"/>
              </a:rPr>
              <a:t>Students may not know how to verify the accuracy and other issues like bias and hallucination even if they are explained to them </a:t>
            </a:r>
            <a:endParaRPr lang="en-US">
              <a:latin typeface="Calibri Light"/>
              <a:ea typeface="Calibri Light"/>
              <a:cs typeface="Calibri Light"/>
            </a:endParaRPr>
          </a:p>
          <a:p>
            <a:pPr>
              <a:defRPr sz="2400" b="0">
                <a:latin typeface="Calibri Light"/>
              </a:defRPr>
            </a:pPr>
            <a:r>
              <a:rPr lang="en-US">
                <a:latin typeface="Calibri Light"/>
              </a:rPr>
              <a:t>Students may consider</a:t>
            </a:r>
            <a:r>
              <a:rPr lang="en-US" b="0">
                <a:latin typeface="Calibri Light"/>
              </a:rPr>
              <a:t> these tools as other humans and should not disclose private, sensitive and confidential information that can cause harm or risk the safety</a:t>
            </a:r>
            <a:endParaRPr lang="en-US" b="0">
              <a:latin typeface="Calibri Light"/>
              <a:ea typeface="Calibri Light"/>
              <a:cs typeface="Calibri Light"/>
            </a:endParaRPr>
          </a:p>
          <a:p>
            <a:pPr>
              <a:defRPr sz="2400" b="0">
                <a:latin typeface="Calibri Light"/>
              </a:defRPr>
            </a:pPr>
            <a:r>
              <a:rPr lang="en-US">
                <a:latin typeface="Calibri Light"/>
              </a:rPr>
              <a:t>Students may develop overdependence</a:t>
            </a:r>
            <a:r>
              <a:rPr lang="en-US" b="0">
                <a:latin typeface="Calibri Light"/>
              </a:rPr>
              <a:t>, </a:t>
            </a:r>
            <a:r>
              <a:rPr lang="en-US">
                <a:latin typeface="Calibri Light"/>
              </a:rPr>
              <a:t>and follow unethical</a:t>
            </a:r>
            <a:r>
              <a:rPr lang="en-US" b="0">
                <a:latin typeface="Calibri Light"/>
              </a:rPr>
              <a:t> </a:t>
            </a:r>
            <a:r>
              <a:rPr lang="en-US">
                <a:latin typeface="Calibri Light"/>
              </a:rPr>
              <a:t>practices </a:t>
            </a:r>
          </a:p>
          <a:p>
            <a:pPr>
              <a:defRPr sz="2400" b="0">
                <a:latin typeface="Calibri Light"/>
              </a:defRPr>
            </a:pPr>
            <a:r>
              <a:rPr lang="en-US">
                <a:latin typeface="Calibri Light"/>
              </a:rPr>
              <a:t>Students' learning and creativity may get affected </a:t>
            </a:r>
            <a:endParaRPr lang="en-US" b="0">
              <a:latin typeface="Calibri Light"/>
              <a:ea typeface="Calibri Light"/>
              <a:cs typeface="Calibri Light"/>
            </a:endParaRPr>
          </a:p>
          <a:p>
            <a:pPr>
              <a:defRPr sz="2400" b="0">
                <a:latin typeface="Calibri Light"/>
              </a:defRPr>
            </a:pPr>
            <a:r>
              <a:rPr lang="en-US">
                <a:latin typeface="Calibri Light"/>
              </a:rPr>
              <a:t>GenAI</a:t>
            </a:r>
            <a:r>
              <a:rPr lang="en-US" b="0">
                <a:latin typeface="Calibri Light"/>
              </a:rPr>
              <a:t> </a:t>
            </a:r>
            <a:r>
              <a:rPr lang="en-US">
                <a:latin typeface="Calibri Light"/>
              </a:rPr>
              <a:t>may not enforce appropriate age</a:t>
            </a:r>
            <a:r>
              <a:rPr lang="en-US" b="0">
                <a:latin typeface="Calibri Light"/>
              </a:rPr>
              <a:t> limits </a:t>
            </a:r>
            <a:endParaRPr lang="en-US" b="1">
              <a:latin typeface="Calibri Light"/>
            </a:endParaRPr>
          </a:p>
          <a:p>
            <a:pPr>
              <a:defRPr sz="2400" b="0">
                <a:latin typeface="Calibri Light"/>
              </a:defRPr>
            </a:pPr>
            <a:r>
              <a:rPr lang="en-US" b="1">
                <a:latin typeface="Calibri Light"/>
              </a:rPr>
              <a:t>Responsible, Informed and Conscious use of AI should be taught to them at all ages, but it cannot be ensured  </a:t>
            </a:r>
            <a:endParaRPr lang="en-US" b="1">
              <a:latin typeface="Calibri Light"/>
              <a:ea typeface="Calibri Light"/>
              <a:cs typeface="Calibri Light"/>
            </a:endParaRPr>
          </a:p>
          <a:p>
            <a:pPr>
              <a:defRPr sz="2400" b="0">
                <a:latin typeface="Calibri Light"/>
              </a:defRPr>
            </a:pPr>
            <a:r>
              <a:rPr lang="en-US" b="1">
                <a:latin typeface="Calibri Light"/>
                <a:ea typeface="Calibri Light"/>
                <a:cs typeface="Calibri Light"/>
              </a:rPr>
              <a:t>QUESTION – AI Prompt to be shared with the students as well</a:t>
            </a:r>
          </a:p>
          <a:p>
            <a:pPr>
              <a:defRPr sz="2400" b="0">
                <a:latin typeface="Calibri Light"/>
              </a:defRPr>
            </a:pPr>
            <a:endParaRPr lang="en-US">
              <a:latin typeface="Calibri Light"/>
              <a:ea typeface="Calibri Light"/>
              <a:cs typeface="Calibri Light"/>
            </a:endParaRPr>
          </a:p>
        </p:txBody>
      </p:sp>
    </p:spTree>
    <p:extLst>
      <p:ext uri="{BB962C8B-B14F-4D97-AF65-F5344CB8AC3E}">
        <p14:creationId xmlns:p14="http://schemas.microsoft.com/office/powerpoint/2010/main" val="2275464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35BC3-982A-4E5F-3605-2CC68C0E0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5D88B-BD70-215D-4198-DF465F2829A7}"/>
              </a:ext>
            </a:extLst>
          </p:cNvPr>
          <p:cNvSpPr>
            <a:spLocks noGrp="1"/>
          </p:cNvSpPr>
          <p:nvPr>
            <p:ph type="title"/>
          </p:nvPr>
        </p:nvSpPr>
        <p:spPr>
          <a:xfrm>
            <a:off x="838199" y="2268"/>
            <a:ext cx="10515600" cy="1325563"/>
          </a:xfrm>
        </p:spPr>
        <p:txBody>
          <a:bodyPr/>
          <a:lstStyle/>
          <a:p>
            <a:r>
              <a:rPr lang="en-IN"/>
              <a:t>Post-Assessment</a:t>
            </a:r>
            <a:endParaRPr lang="en-US"/>
          </a:p>
        </p:txBody>
      </p:sp>
      <p:sp>
        <p:nvSpPr>
          <p:cNvPr id="3" name="Content Placeholder 2">
            <a:extLst>
              <a:ext uri="{FF2B5EF4-FFF2-40B4-BE49-F238E27FC236}">
                <a16:creationId xmlns:a16="http://schemas.microsoft.com/office/drawing/2014/main" id="{DD0E99B1-032C-63E7-73C6-14A4CC54BCFE}"/>
              </a:ext>
            </a:extLst>
          </p:cNvPr>
          <p:cNvSpPr>
            <a:spLocks noGrp="1"/>
          </p:cNvSpPr>
          <p:nvPr>
            <p:ph idx="1"/>
          </p:nvPr>
        </p:nvSpPr>
        <p:spPr>
          <a:xfrm>
            <a:off x="838200" y="1332140"/>
            <a:ext cx="10515600" cy="5055280"/>
          </a:xfrm>
        </p:spPr>
        <p:txBody>
          <a:bodyPr vert="horz" lIns="91440" tIns="45720" rIns="91440" bIns="45720" rtlCol="0" anchor="t">
            <a:normAutofit/>
          </a:bodyPr>
          <a:lstStyle/>
          <a:p>
            <a:r>
              <a:rPr lang="en-IN">
                <a:ea typeface="+mn-lt"/>
                <a:cs typeface="+mn-lt"/>
              </a:rPr>
              <a:t>Name any two ways AI can help teachers in classroom teaching. </a:t>
            </a:r>
            <a:endParaRPr lang="en-US"/>
          </a:p>
          <a:p>
            <a:r>
              <a:rPr lang="en-IN">
                <a:ea typeface="+mn-lt"/>
                <a:cs typeface="+mn-lt"/>
              </a:rPr>
              <a:t>Do you know how to use AI to generate worksheets and lesson plan? </a:t>
            </a:r>
          </a:p>
          <a:p>
            <a:r>
              <a:rPr lang="en-IN">
                <a:ea typeface="+mn-lt"/>
                <a:cs typeface="+mn-lt"/>
              </a:rPr>
              <a:t>How can AI make learning materials more accessible for students with visual impairments? </a:t>
            </a:r>
            <a:endParaRPr lang="en-IN"/>
          </a:p>
          <a:p>
            <a:r>
              <a:rPr lang="en-IN">
                <a:ea typeface="+mn-lt"/>
                <a:cs typeface="+mn-lt"/>
              </a:rPr>
              <a:t>Can AI generate lesson plans, worksheets, and content in regional languages? </a:t>
            </a:r>
            <a:endParaRPr lang="en-IN"/>
          </a:p>
          <a:p>
            <a:r>
              <a:rPr lang="en-IN">
                <a:ea typeface="+mn-lt"/>
                <a:cs typeface="+mn-lt"/>
              </a:rPr>
              <a:t>Do you heard the word prompt? What is that?   </a:t>
            </a:r>
            <a:endParaRPr lang="en-IN"/>
          </a:p>
          <a:p>
            <a:r>
              <a:rPr lang="en-IN">
                <a:ea typeface="+mn-lt"/>
                <a:cs typeface="+mn-lt"/>
              </a:rPr>
              <a:t>What should a teacher do before using AI-generated content in the classroom?</a:t>
            </a:r>
            <a:endParaRPr lang="en-IN"/>
          </a:p>
          <a:p>
            <a:endParaRPr lang="en-IN"/>
          </a:p>
          <a:p>
            <a:endParaRPr lang="en-IN"/>
          </a:p>
        </p:txBody>
      </p:sp>
    </p:spTree>
    <p:extLst>
      <p:ext uri="{BB962C8B-B14F-4D97-AF65-F5344CB8AC3E}">
        <p14:creationId xmlns:p14="http://schemas.microsoft.com/office/powerpoint/2010/main" val="8484167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1F66CF-5CD1-E529-B366-175A3920FC2C}"/>
              </a:ext>
            </a:extLst>
          </p:cNvPr>
          <p:cNvSpPr txBox="1"/>
          <p:nvPr/>
        </p:nvSpPr>
        <p:spPr>
          <a:xfrm>
            <a:off x="245226" y="1651462"/>
            <a:ext cx="11369040" cy="960120"/>
          </a:xfrm>
          <a:prstGeom prst="rect">
            <a:avLst/>
          </a:prstGeom>
          <a:noFill/>
        </p:spPr>
        <p:txBody>
          <a:bodyPr wrap="square" lIns="91440" tIns="45720" rIns="91440" bIns="45720" rtlCol="0" anchor="t">
            <a:noAutofit/>
          </a:bodyPr>
          <a:lstStyle/>
          <a:p>
            <a:pPr algn="ctr">
              <a:defRPr sz="3600" b="1">
                <a:latin typeface="Calibri Light"/>
              </a:defRPr>
            </a:pPr>
            <a:r>
              <a:rPr lang="en-US" sz="4800">
                <a:latin typeface="Bookman Old Style" panose="02050604050505020204" pitchFamily="18" charset="0"/>
              </a:rPr>
              <a:t>AI can be a powerful assistant for the humans when used in an </a:t>
            </a:r>
          </a:p>
          <a:p>
            <a:pPr algn="ctr">
              <a:defRPr sz="3600" b="1">
                <a:latin typeface="Calibri Light"/>
              </a:defRPr>
            </a:pPr>
            <a:r>
              <a:rPr lang="en-US" sz="4800">
                <a:solidFill>
                  <a:schemeClr val="accent1"/>
                </a:solidFill>
                <a:latin typeface="Bookman Old Style"/>
              </a:rPr>
              <a:t>Responsible, Informed, and </a:t>
            </a:r>
          </a:p>
          <a:p>
            <a:pPr algn="ctr">
              <a:defRPr sz="3600" b="1">
                <a:latin typeface="Calibri Light"/>
              </a:defRPr>
            </a:pPr>
            <a:r>
              <a:rPr lang="en-US" sz="4800">
                <a:solidFill>
                  <a:schemeClr val="accent1"/>
                </a:solidFill>
                <a:latin typeface="Bookman Old Style"/>
              </a:rPr>
              <a:t>Conscious </a:t>
            </a:r>
          </a:p>
          <a:p>
            <a:pPr algn="ctr">
              <a:defRPr sz="3600" b="1">
                <a:latin typeface="Calibri Light"/>
              </a:defRPr>
            </a:pPr>
            <a:r>
              <a:rPr lang="en-US" sz="4800">
                <a:latin typeface="Bookman Old Style" panose="02050604050505020204" pitchFamily="18" charset="0"/>
              </a:rPr>
              <a:t>manner</a:t>
            </a:r>
          </a:p>
          <a:p>
            <a:pPr algn="ctr">
              <a:defRPr sz="3600" b="1">
                <a:latin typeface="Calibri Light"/>
              </a:defRPr>
            </a:pPr>
            <a:endParaRPr lang="en-US" sz="6600">
              <a:latin typeface="Bookman Old Style" panose="02050604050505020204" pitchFamily="18" charset="0"/>
            </a:endParaRPr>
          </a:p>
        </p:txBody>
      </p:sp>
    </p:spTree>
    <p:extLst>
      <p:ext uri="{BB962C8B-B14F-4D97-AF65-F5344CB8AC3E}">
        <p14:creationId xmlns:p14="http://schemas.microsoft.com/office/powerpoint/2010/main" val="2984929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87D-4C29-6546-B219-115367A47C14}"/>
              </a:ext>
            </a:extLst>
          </p:cNvPr>
          <p:cNvSpPr>
            <a:spLocks noGrp="1"/>
          </p:cNvSpPr>
          <p:nvPr>
            <p:ph type="title"/>
          </p:nvPr>
        </p:nvSpPr>
        <p:spPr>
          <a:xfrm>
            <a:off x="4024086" y="2507796"/>
            <a:ext cx="10515600" cy="1325563"/>
          </a:xfrm>
        </p:spPr>
        <p:txBody>
          <a:bodyPr/>
          <a:lstStyle/>
          <a:p>
            <a:r>
              <a:rPr lang="en-IN"/>
              <a:t>Thank You !</a:t>
            </a:r>
            <a:endParaRPr lang="en-US"/>
          </a:p>
        </p:txBody>
      </p:sp>
      <p:sp>
        <p:nvSpPr>
          <p:cNvPr id="4" name="object 3">
            <a:extLst>
              <a:ext uri="{FF2B5EF4-FFF2-40B4-BE49-F238E27FC236}">
                <a16:creationId xmlns:a16="http://schemas.microsoft.com/office/drawing/2014/main" id="{207A718D-36F4-EEB5-F26A-650B2BD61298}"/>
              </a:ext>
            </a:extLst>
          </p:cNvPr>
          <p:cNvSpPr/>
          <p:nvPr/>
        </p:nvSpPr>
        <p:spPr>
          <a:xfrm>
            <a:off x="5467950" y="5082507"/>
            <a:ext cx="1256100" cy="1339847"/>
          </a:xfrm>
          <a:prstGeom prst="rect">
            <a:avLst/>
          </a:prstGeom>
          <a:blipFill>
            <a:blip r:embed="rId2"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1200"/>
          </a:p>
        </p:txBody>
      </p:sp>
      <p:pic>
        <p:nvPicPr>
          <p:cNvPr id="6" name="Graphic 3">
            <a:extLst>
              <a:ext uri="{FF2B5EF4-FFF2-40B4-BE49-F238E27FC236}">
                <a16:creationId xmlns:a16="http://schemas.microsoft.com/office/drawing/2014/main" id="{BDD6ADFB-94C1-1D12-0935-8A2799AB25A4}"/>
              </a:ext>
            </a:extLst>
          </p:cNvPr>
          <p:cNvPicPr>
            <a:picLocks noChangeAspect="1"/>
          </p:cNvPicPr>
          <p:nvPr/>
        </p:nvPicPr>
        <p:blipFill rotWithShape="1">
          <a:blip>
            <a:extLst>
              <a:ext uri="{96DAC541-7B7A-43D3-8B79-37D633B846F1}">
                <asvg:svgBlip xmlns:asvg="http://schemas.microsoft.com/office/drawing/2016/SVG/main" r:embed="rId3"/>
              </a:ext>
            </a:extLst>
          </a:blip>
          <a:srcRect t="34894" b="34111"/>
          <a:stretch/>
        </p:blipFill>
        <p:spPr>
          <a:xfrm>
            <a:off x="8198252" y="5334584"/>
            <a:ext cx="3863468" cy="855341"/>
          </a:xfrm>
          <a:prstGeom prst="rect">
            <a:avLst/>
          </a:prstGeom>
        </p:spPr>
      </p:pic>
      <p:pic>
        <p:nvPicPr>
          <p:cNvPr id="8" name="Picture 7" descr="A blue and grey rectangles with text&#10;&#10;AI-generated content may be incorrect.">
            <a:extLst>
              <a:ext uri="{FF2B5EF4-FFF2-40B4-BE49-F238E27FC236}">
                <a16:creationId xmlns:a16="http://schemas.microsoft.com/office/drawing/2014/main" id="{82157224-8F59-9C4D-5775-FD6CFF57C9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0380" y="5330552"/>
            <a:ext cx="3210560" cy="832905"/>
          </a:xfrm>
          <a:prstGeom prst="rect">
            <a:avLst/>
          </a:prstGeom>
        </p:spPr>
      </p:pic>
    </p:spTree>
    <p:extLst>
      <p:ext uri="{BB962C8B-B14F-4D97-AF65-F5344CB8AC3E}">
        <p14:creationId xmlns:p14="http://schemas.microsoft.com/office/powerpoint/2010/main" val="698394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69041" y="5645"/>
            <a:ext cx="10366828" cy="1049422"/>
          </a:xfrm>
        </p:spPr>
        <p:txBody>
          <a:bodyPr>
            <a:normAutofit fontScale="90000"/>
          </a:bodyPr>
          <a:lstStyle/>
          <a:p>
            <a:r>
              <a:rPr sz="3100" b="1" dirty="0">
                <a:latin typeface="Calibri Light"/>
                <a:ea typeface="Calibri Light"/>
                <a:cs typeface="Calibri Light"/>
              </a:rPr>
              <a:t>Use Case</a:t>
            </a:r>
            <a:r>
              <a:rPr lang="en-US" sz="3100" b="1" dirty="0">
                <a:latin typeface="Calibri Light"/>
                <a:ea typeface="Calibri Light"/>
                <a:cs typeface="Calibri Light"/>
              </a:rPr>
              <a:t> </a:t>
            </a:r>
            <a:r>
              <a:rPr sz="3100" b="1" dirty="0">
                <a:latin typeface="Calibri Light"/>
                <a:ea typeface="Calibri Light"/>
                <a:cs typeface="Calibri Light"/>
              </a:rPr>
              <a:t>:</a:t>
            </a:r>
            <a:r>
              <a:rPr lang="en-IN" sz="3100" b="1" dirty="0">
                <a:latin typeface="Calibri Light"/>
                <a:ea typeface="Calibri Light"/>
                <a:cs typeface="Calibri Light"/>
              </a:rPr>
              <a:t> Adapt Classroom Activities Using AI</a:t>
            </a:r>
            <a:br>
              <a:rPr lang="en-IN" b="1" dirty="0"/>
            </a:br>
            <a:endParaRPr/>
          </a:p>
        </p:txBody>
      </p:sp>
      <p:sp>
        <p:nvSpPr>
          <p:cNvPr id="3" name="Content Placeholder 2"/>
          <p:cNvSpPr>
            <a:spLocks noGrp="1"/>
          </p:cNvSpPr>
          <p:nvPr>
            <p:ph idx="1"/>
          </p:nvPr>
        </p:nvSpPr>
        <p:spPr>
          <a:xfrm>
            <a:off x="471716" y="933224"/>
            <a:ext cx="11190513" cy="5921829"/>
          </a:xfrm>
        </p:spPr>
        <p:txBody>
          <a:bodyPr vert="horz" lIns="91440" tIns="45720" rIns="91440" bIns="45720" rtlCol="0" anchor="t">
            <a:noAutofit/>
          </a:bodyPr>
          <a:lstStyle/>
          <a:p>
            <a:pPr marL="0" indent="0">
              <a:buNone/>
            </a:pPr>
            <a:r>
              <a:rPr lang="en-IN" sz="2000" b="1">
                <a:latin typeface="Calibri Light"/>
                <a:ea typeface="Calibri Light"/>
                <a:cs typeface="Calibri Light"/>
              </a:rPr>
              <a:t>Activity:</a:t>
            </a:r>
            <a:endParaRPr lang="en-IN" sz="2000">
              <a:latin typeface="Calibri Light"/>
              <a:ea typeface="Calibri Light"/>
              <a:cs typeface="Calibri Light"/>
            </a:endParaRPr>
          </a:p>
          <a:p>
            <a:pPr marL="0" indent="0">
              <a:buNone/>
            </a:pPr>
            <a:r>
              <a:rPr lang="en-IN" sz="2000">
                <a:latin typeface="Calibri Light"/>
                <a:ea typeface="Calibri Light"/>
                <a:cs typeface="Calibri Light"/>
              </a:rPr>
              <a:t>Enter the prompt:</a:t>
            </a:r>
          </a:p>
          <a:p>
            <a:pPr marL="0" indent="0">
              <a:buNone/>
            </a:pPr>
            <a:r>
              <a:rPr lang="en-IN" sz="2000" b="1">
                <a:solidFill>
                  <a:srgbClr val="002060"/>
                </a:solidFill>
                <a:latin typeface="Calibri Light"/>
                <a:ea typeface="Calibri Light"/>
                <a:cs typeface="Calibri Light"/>
              </a:rPr>
              <a:t>Goal:</a:t>
            </a:r>
            <a:r>
              <a:rPr lang="en-IN" sz="2000">
                <a:solidFill>
                  <a:srgbClr val="002060"/>
                </a:solidFill>
                <a:latin typeface="Calibri Light"/>
                <a:ea typeface="Calibri Light"/>
                <a:cs typeface="Calibri Light"/>
              </a:rPr>
              <a:t> Adapt a </a:t>
            </a:r>
            <a:r>
              <a:rPr lang="en-IN" sz="2000" b="1">
                <a:solidFill>
                  <a:srgbClr val="002060"/>
                </a:solidFill>
                <a:latin typeface="Calibri Light"/>
                <a:ea typeface="Calibri Light"/>
                <a:cs typeface="Calibri Light"/>
              </a:rPr>
              <a:t>plant-parts activity</a:t>
            </a:r>
            <a:r>
              <a:rPr lang="en-IN" sz="2000">
                <a:solidFill>
                  <a:srgbClr val="002060"/>
                </a:solidFill>
                <a:latin typeface="Calibri Light"/>
                <a:ea typeface="Calibri Light"/>
                <a:cs typeface="Calibri Light"/>
              </a:rPr>
              <a:t> for blind students using tactile materials.</a:t>
            </a:r>
          </a:p>
          <a:p>
            <a:pPr marL="0" indent="0">
              <a:buNone/>
            </a:pPr>
            <a:r>
              <a:rPr lang="en-IN" sz="2000" b="1">
                <a:solidFill>
                  <a:srgbClr val="002060"/>
                </a:solidFill>
                <a:latin typeface="Calibri Light"/>
                <a:ea typeface="Calibri Light"/>
                <a:cs typeface="Calibri Light"/>
              </a:rPr>
              <a:t>Context:</a:t>
            </a:r>
            <a:r>
              <a:rPr lang="en-IN" sz="2000">
                <a:solidFill>
                  <a:srgbClr val="002060"/>
                </a:solidFill>
                <a:latin typeface="Calibri Light"/>
                <a:ea typeface="Calibri Light"/>
                <a:cs typeface="Calibri Light"/>
              </a:rPr>
              <a:t> The activity is for </a:t>
            </a:r>
            <a:r>
              <a:rPr lang="en-IN" sz="2000" b="1">
                <a:solidFill>
                  <a:srgbClr val="002060"/>
                </a:solidFill>
                <a:latin typeface="Calibri Light"/>
                <a:ea typeface="Calibri Light"/>
                <a:cs typeface="Calibri Light"/>
              </a:rPr>
              <a:t>Visually Impaired (VI) students</a:t>
            </a:r>
            <a:r>
              <a:rPr lang="en-IN" sz="2000">
                <a:solidFill>
                  <a:srgbClr val="002060"/>
                </a:solidFill>
                <a:latin typeface="Calibri Light"/>
                <a:ea typeface="Calibri Light"/>
                <a:cs typeface="Calibri Light"/>
              </a:rPr>
              <a:t> and should help them identify and understand the main parts of a plant through touch and hands-on learning.</a:t>
            </a:r>
          </a:p>
          <a:p>
            <a:pPr marL="0" indent="0">
              <a:buNone/>
            </a:pPr>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Based on the </a:t>
            </a:r>
            <a:r>
              <a:rPr lang="en-IN" sz="2000" b="1">
                <a:solidFill>
                  <a:srgbClr val="002060"/>
                </a:solidFill>
                <a:latin typeface="Calibri Light"/>
                <a:ea typeface="Calibri Light"/>
                <a:cs typeface="Calibri Light"/>
              </a:rPr>
              <a:t>Tamil Nadu State Board Science syllabus and textbook</a:t>
            </a:r>
            <a:r>
              <a:rPr lang="en-IN" sz="2000">
                <a:solidFill>
                  <a:srgbClr val="002060"/>
                </a:solidFill>
                <a:latin typeface="Calibri Light"/>
                <a:ea typeface="Calibri Light"/>
                <a:cs typeface="Calibri Light"/>
              </a:rPr>
              <a:t>.</a:t>
            </a:r>
          </a:p>
          <a:p>
            <a:pPr marL="0" indent="0">
              <a:buNone/>
            </a:pPr>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Act as an experienced inclusive Science teacher. Design a simple, safe, and engaging tactile activity using easily available materials. Include the materials needed, step-by-step instructions, teacher guidance, student activity, and a short assessment. Ensure the activity is suitable for both blind and low-vision students.</a:t>
            </a:r>
          </a:p>
          <a:p>
            <a:r>
              <a:rPr lang="en-IN" sz="2000">
                <a:latin typeface="Calibri Light"/>
                <a:ea typeface="Calibri Light"/>
                <a:cs typeface="Calibri Light"/>
              </a:rPr>
              <a:t>Review the AI-generated activity for accessibility and practicality. </a:t>
            </a:r>
          </a:p>
          <a:p>
            <a:r>
              <a:rPr lang="en-IN" sz="2000" b="1">
                <a:latin typeface="Calibri Light"/>
                <a:ea typeface="Calibri Light"/>
                <a:cs typeface="Calibri Light"/>
              </a:rPr>
              <a:t>Hands-on:</a:t>
            </a:r>
            <a:r>
              <a:rPr lang="en-IN" sz="2000">
                <a:latin typeface="Calibri Light"/>
                <a:ea typeface="Calibri Light"/>
                <a:cs typeface="Calibri Light"/>
              </a:rPr>
              <a:t> Adapt one of your classroom activities using AI. </a:t>
            </a:r>
          </a:p>
          <a:p>
            <a:pPr marL="0" indent="0">
              <a:buNone/>
            </a:pPr>
            <a:r>
              <a:rPr lang="en-IN" sz="2000" b="1">
                <a:latin typeface="Calibri Light"/>
                <a:ea typeface="Calibri Light"/>
                <a:cs typeface="Calibri Light"/>
              </a:rPr>
              <a:t>Key Takeaway</a:t>
            </a:r>
            <a:br>
              <a:rPr lang="en-IN" sz="2000">
                <a:latin typeface="Calibri Light"/>
                <a:ea typeface="Calibri Light"/>
                <a:cs typeface="Calibri Light"/>
              </a:rPr>
            </a:br>
            <a:r>
              <a:rPr lang="en-IN" sz="2000">
                <a:latin typeface="Calibri Light"/>
                <a:ea typeface="Calibri Light"/>
                <a:cs typeface="Calibri Light"/>
              </a:rPr>
              <a:t>AI helps teachers create accessible and inclusive classroom activities, but adaptations should be reviewed based on students' individual learning needs.</a:t>
            </a:r>
          </a:p>
          <a:p>
            <a:pPr>
              <a:defRPr sz="2200"/>
            </a:pPr>
            <a:endParaRPr sz="2400">
              <a:latin typeface="Calibri Light"/>
              <a:ea typeface="Calibri Light"/>
              <a:cs typeface="Calibri Light"/>
            </a:endParaRPr>
          </a:p>
        </p:txBody>
      </p:sp>
    </p:spTree>
    <p:extLst>
      <p:ext uri="{BB962C8B-B14F-4D97-AF65-F5344CB8AC3E}">
        <p14:creationId xmlns:p14="http://schemas.microsoft.com/office/powerpoint/2010/main" val="41178574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2B6127-BC78-47B0-B8CB-20DBCDA842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75A7A6-0914-31D1-DF96-6600030F7E60}"/>
              </a:ext>
            </a:extLst>
          </p:cNvPr>
          <p:cNvSpPr>
            <a:spLocks noGrp="1"/>
          </p:cNvSpPr>
          <p:nvPr>
            <p:ph idx="1"/>
          </p:nvPr>
        </p:nvSpPr>
        <p:spPr>
          <a:xfrm>
            <a:off x="-410028" y="1252311"/>
            <a:ext cx="10515600" cy="4351338"/>
          </a:xfrm>
        </p:spPr>
        <p:txBody>
          <a:bodyPr vert="horz" lIns="91440" tIns="45720" rIns="91440" bIns="45720" rtlCol="0" anchor="t">
            <a:normAutofit/>
          </a:bodyPr>
          <a:lstStyle/>
          <a:p>
            <a:pPr marL="0" indent="0">
              <a:buNone/>
            </a:pPr>
            <a:r>
              <a:rPr lang="en-US" sz="4400">
                <a:latin typeface="Aptos Display"/>
              </a:rPr>
              <a:t>    </a:t>
            </a:r>
            <a:endParaRPr lang="en-US">
              <a:latin typeface="Aptos" panose="02110004020202020204"/>
            </a:endParaRPr>
          </a:p>
          <a:p>
            <a:pPr marL="0" indent="0">
              <a:buNone/>
            </a:pPr>
            <a:endParaRPr lang="en-US" sz="4400">
              <a:latin typeface="Aptos Display"/>
            </a:endParaRPr>
          </a:p>
          <a:p>
            <a:pPr marL="0" indent="0">
              <a:buNone/>
            </a:pPr>
            <a:r>
              <a:rPr lang="en-US" sz="4400">
                <a:latin typeface="Aptos Display"/>
              </a:rPr>
              <a:t>                       </a:t>
            </a:r>
            <a:r>
              <a:rPr lang="en-US" sz="6000" b="1">
                <a:latin typeface="Aptos Display"/>
              </a:rPr>
              <a:t>              Hands- On</a:t>
            </a:r>
            <a:endParaRPr lang="en-US" sz="7200" b="1"/>
          </a:p>
        </p:txBody>
      </p:sp>
    </p:spTree>
    <p:extLst>
      <p:ext uri="{BB962C8B-B14F-4D97-AF65-F5344CB8AC3E}">
        <p14:creationId xmlns:p14="http://schemas.microsoft.com/office/powerpoint/2010/main" val="24632969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00744" y="-167"/>
            <a:ext cx="8229600" cy="715212"/>
          </a:xfrm>
        </p:spPr>
        <p:txBody>
          <a:bodyPr>
            <a:normAutofit/>
          </a:bodyPr>
          <a:lstStyle/>
          <a:p>
            <a:r>
              <a:rPr sz="2800" b="1">
                <a:latin typeface="Calibri Light"/>
                <a:ea typeface="Calibri Light"/>
                <a:cs typeface="Calibri Light"/>
              </a:rPr>
              <a:t>Use Case 1</a:t>
            </a:r>
            <a:r>
              <a:rPr lang="en-US" sz="2800" b="1">
                <a:latin typeface="Calibri Light"/>
                <a:ea typeface="Calibri Light"/>
                <a:cs typeface="Calibri Light"/>
              </a:rPr>
              <a:t> </a:t>
            </a:r>
            <a:r>
              <a:rPr sz="2800" b="1">
                <a:latin typeface="Calibri Light"/>
                <a:ea typeface="Calibri Light"/>
                <a:cs typeface="Calibri Light"/>
              </a:rPr>
              <a:t>: </a:t>
            </a:r>
            <a:r>
              <a:rPr lang="en-IN" sz="2800" b="1">
                <a:latin typeface="Calibri Light"/>
                <a:ea typeface="Calibri Light"/>
                <a:cs typeface="Calibri Light"/>
              </a:rPr>
              <a:t>Generate a lesson plan using Gen AI</a:t>
            </a:r>
            <a:endParaRPr lang="en-US" sz="2800" b="1">
              <a:latin typeface="Calibri Light"/>
              <a:ea typeface="Calibri Light"/>
              <a:cs typeface="Calibri Light"/>
            </a:endParaRPr>
          </a:p>
        </p:txBody>
      </p:sp>
      <p:sp>
        <p:nvSpPr>
          <p:cNvPr id="3" name="Content Placeholder 2"/>
          <p:cNvSpPr>
            <a:spLocks noGrp="1"/>
          </p:cNvSpPr>
          <p:nvPr>
            <p:ph idx="1"/>
          </p:nvPr>
        </p:nvSpPr>
        <p:spPr>
          <a:xfrm>
            <a:off x="504372" y="868768"/>
            <a:ext cx="11175999" cy="6698511"/>
          </a:xfrm>
        </p:spPr>
        <p:txBody>
          <a:bodyPr vert="horz" lIns="91440" tIns="45720" rIns="91440" bIns="45720" rtlCol="0" anchor="t">
            <a:noAutofit/>
          </a:bodyPr>
          <a:lstStyle/>
          <a:p>
            <a:pPr marL="0" indent="0">
              <a:buNone/>
            </a:pPr>
            <a:r>
              <a:rPr lang="en-IN" sz="2000" b="1">
                <a:latin typeface="Calibri Light"/>
                <a:ea typeface="Calibri Light"/>
                <a:cs typeface="Calibri Light"/>
              </a:rPr>
              <a:t>Activity</a:t>
            </a:r>
            <a:endParaRPr lang="en-IN" sz="2000">
              <a:latin typeface="Calibri Light"/>
              <a:ea typeface="Calibri Light"/>
              <a:cs typeface="Calibri Light"/>
            </a:endParaRPr>
          </a:p>
          <a:p>
            <a:r>
              <a:rPr lang="en-IN" sz="2000">
                <a:latin typeface="Calibri Light"/>
                <a:ea typeface="Calibri Light"/>
                <a:cs typeface="Calibri Light"/>
              </a:rPr>
              <a:t>Open any Gen AI tool</a:t>
            </a:r>
          </a:p>
          <a:p>
            <a:r>
              <a:rPr lang="en-IN" sz="2000">
                <a:latin typeface="Calibri Light"/>
                <a:ea typeface="Calibri Light"/>
                <a:cs typeface="Calibri Light"/>
              </a:rPr>
              <a:t>Enter the prompt:</a:t>
            </a:r>
          </a:p>
          <a:p>
            <a:pPr>
              <a:buNone/>
            </a:pPr>
            <a:r>
              <a:rPr lang="en-IN" sz="2000" b="1">
                <a:solidFill>
                  <a:srgbClr val="002060"/>
                </a:solidFill>
                <a:latin typeface="Calibri Light"/>
                <a:ea typeface="Calibri Light"/>
                <a:cs typeface="Calibri Light"/>
              </a:rPr>
              <a:t>Goal:</a:t>
            </a:r>
            <a:r>
              <a:rPr lang="en-IN" sz="2000">
                <a:solidFill>
                  <a:srgbClr val="002060"/>
                </a:solidFill>
                <a:latin typeface="Calibri Light"/>
                <a:ea typeface="Calibri Light"/>
                <a:cs typeface="Calibri Light"/>
              </a:rPr>
              <a:t> Create a 40-minute lesson plan on Photosynthesis with objectives, activities, assessment, and homework.</a:t>
            </a:r>
            <a:endParaRPr lang="en-US" sz="2000">
              <a:solidFill>
                <a:srgbClr val="002060"/>
              </a:solidFill>
              <a:latin typeface="Calibri Light"/>
              <a:ea typeface="Calibri Light"/>
              <a:cs typeface="Calibri Light"/>
            </a:endParaRPr>
          </a:p>
          <a:p>
            <a:pPr>
              <a:buNone/>
            </a:pPr>
            <a:r>
              <a:rPr lang="en-IN" sz="2000" b="1">
                <a:solidFill>
                  <a:srgbClr val="002060"/>
                </a:solidFill>
                <a:latin typeface="Calibri Light"/>
                <a:ea typeface="Calibri Light"/>
                <a:cs typeface="Calibri Light"/>
              </a:rPr>
              <a:t>Context:</a:t>
            </a:r>
            <a:r>
              <a:rPr lang="en-IN" sz="2000">
                <a:solidFill>
                  <a:srgbClr val="002060"/>
                </a:solidFill>
                <a:latin typeface="Calibri Light"/>
                <a:ea typeface="Calibri Light"/>
                <a:cs typeface="Calibri Light"/>
              </a:rPr>
              <a:t> The lesson is for Grade 7 Visually Impaired (VI) students and should include accessible, tactile, and hands-on activities.</a:t>
            </a:r>
          </a:p>
          <a:p>
            <a:pPr>
              <a:buNone/>
            </a:pPr>
            <a:r>
              <a:rPr lang="en-IN" sz="2000" b="1">
                <a:solidFill>
                  <a:srgbClr val="002060"/>
                </a:solidFill>
                <a:latin typeface="Calibri Light"/>
                <a:ea typeface="Calibri Light"/>
                <a:cs typeface="Calibri Light"/>
              </a:rPr>
              <a:t>Source:</a:t>
            </a:r>
            <a:r>
              <a:rPr lang="en-IN" sz="2000">
                <a:solidFill>
                  <a:srgbClr val="002060"/>
                </a:solidFill>
                <a:latin typeface="Calibri Light"/>
                <a:ea typeface="Calibri Light"/>
                <a:cs typeface="Calibri Light"/>
              </a:rPr>
              <a:t> Based on the official Tamil Nadu State Board Class 7 Science syllabus/textbook.</a:t>
            </a:r>
          </a:p>
          <a:p>
            <a:pPr>
              <a:buNone/>
            </a:pPr>
            <a:r>
              <a:rPr lang="en-IN" sz="2000" b="1">
                <a:solidFill>
                  <a:srgbClr val="002060"/>
                </a:solidFill>
                <a:latin typeface="Calibri Light"/>
                <a:ea typeface="Calibri Light"/>
                <a:cs typeface="Calibri Light"/>
              </a:rPr>
              <a:t>Expectation:</a:t>
            </a:r>
            <a:r>
              <a:rPr lang="en-IN" sz="2000">
                <a:solidFill>
                  <a:srgbClr val="002060"/>
                </a:solidFill>
                <a:latin typeface="Calibri Light"/>
                <a:ea typeface="Calibri Light"/>
                <a:cs typeface="Calibri Light"/>
              </a:rPr>
              <a:t> Act as an experienced Grade 7 Science teacher and create a simple, interactive, inclusive, and accessible lesson plan for VI students.</a:t>
            </a:r>
          </a:p>
          <a:p>
            <a:r>
              <a:rPr lang="en-IN" sz="2000">
                <a:latin typeface="Calibri Light"/>
                <a:ea typeface="Calibri Light"/>
                <a:cs typeface="Calibri Light"/>
              </a:rPr>
              <a:t>Review and refine the AI-generated lesson plan. </a:t>
            </a:r>
          </a:p>
          <a:p>
            <a:r>
              <a:rPr lang="en-IN" sz="2000" b="1">
                <a:latin typeface="Calibri Light"/>
                <a:ea typeface="Calibri Light"/>
                <a:cs typeface="Calibri Light"/>
              </a:rPr>
              <a:t>Hands-on:</a:t>
            </a:r>
            <a:r>
              <a:rPr lang="en-IN" sz="2000">
                <a:latin typeface="Calibri Light"/>
                <a:ea typeface="Calibri Light"/>
                <a:cs typeface="Calibri Light"/>
              </a:rPr>
              <a:t> Generate tomorrow's lesson plan for your own subject/topic. </a:t>
            </a:r>
          </a:p>
          <a:p>
            <a:pPr marL="0" indent="0">
              <a:buNone/>
            </a:pPr>
            <a:r>
              <a:rPr lang="en-IN" sz="2000" b="1">
                <a:latin typeface="Calibri Light"/>
                <a:ea typeface="Calibri Light"/>
                <a:cs typeface="Calibri Light"/>
              </a:rPr>
              <a:t>Key Takeaway</a:t>
            </a:r>
            <a:br>
              <a:rPr lang="en-IN" sz="2000">
                <a:latin typeface="Calibri Light"/>
                <a:ea typeface="Calibri Light"/>
                <a:cs typeface="Calibri Light"/>
              </a:rPr>
            </a:br>
            <a:r>
              <a:rPr lang="en-IN" sz="2000">
                <a:latin typeface="Calibri Light"/>
                <a:ea typeface="Calibri Light"/>
                <a:cs typeface="Calibri Light"/>
              </a:rPr>
              <a:t>AI helps teachers prepare lesson plans quickly, but the output should always be reviewed and customized for students' needs.</a:t>
            </a:r>
          </a:p>
        </p:txBody>
      </p:sp>
    </p:spTree>
    <p:extLst>
      <p:ext uri="{BB962C8B-B14F-4D97-AF65-F5344CB8AC3E}">
        <p14:creationId xmlns:p14="http://schemas.microsoft.com/office/powerpoint/2010/main" val="110348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D279C9-0672-C7A0-F3D2-49C53BE388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DAB647-F1AD-6682-9329-B0092FFDADDD}"/>
              </a:ext>
            </a:extLst>
          </p:cNvPr>
          <p:cNvSpPr>
            <a:spLocks noGrp="1"/>
          </p:cNvSpPr>
          <p:nvPr>
            <p:ph idx="1"/>
          </p:nvPr>
        </p:nvSpPr>
        <p:spPr>
          <a:xfrm>
            <a:off x="-410028" y="1252311"/>
            <a:ext cx="10515600" cy="4351338"/>
          </a:xfrm>
        </p:spPr>
        <p:txBody>
          <a:bodyPr vert="horz" lIns="91440" tIns="45720" rIns="91440" bIns="45720" rtlCol="0" anchor="t">
            <a:normAutofit/>
          </a:bodyPr>
          <a:lstStyle/>
          <a:p>
            <a:pPr marL="0" indent="0">
              <a:buNone/>
            </a:pPr>
            <a:r>
              <a:rPr lang="en-US" sz="4400">
                <a:latin typeface="Aptos Display"/>
              </a:rPr>
              <a:t>    </a:t>
            </a:r>
            <a:endParaRPr lang="en-US">
              <a:latin typeface="Aptos" panose="02110004020202020204"/>
            </a:endParaRPr>
          </a:p>
          <a:p>
            <a:pPr marL="0" indent="0">
              <a:buNone/>
            </a:pPr>
            <a:endParaRPr lang="en-US" sz="4400">
              <a:latin typeface="Aptos Display"/>
            </a:endParaRPr>
          </a:p>
          <a:p>
            <a:pPr marL="0" indent="0">
              <a:buNone/>
            </a:pPr>
            <a:r>
              <a:rPr lang="en-US" sz="4400">
                <a:latin typeface="Aptos Display"/>
              </a:rPr>
              <a:t>                       </a:t>
            </a:r>
            <a:r>
              <a:rPr lang="en-US" sz="6000" b="1">
                <a:latin typeface="Aptos Display"/>
              </a:rPr>
              <a:t>              Hands- On</a:t>
            </a:r>
            <a:endParaRPr lang="en-US" sz="7200" b="1"/>
          </a:p>
        </p:txBody>
      </p:sp>
    </p:spTree>
    <p:extLst>
      <p:ext uri="{BB962C8B-B14F-4D97-AF65-F5344CB8AC3E}">
        <p14:creationId xmlns:p14="http://schemas.microsoft.com/office/powerpoint/2010/main" val="2802799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ctivityType xmlns="f6c69493-c5c9-4f33-a298-9c893d5c6711" xsi:nil="true"/>
    <lcf76f155ced4ddcb4097134ff3c332f xmlns="f6c69493-c5c9-4f33-a298-9c893d5c6711">
      <Terms xmlns="http://schemas.microsoft.com/office/infopath/2007/PartnerControls"/>
    </lcf76f155ced4ddcb4097134ff3c332f>
    <TaxCatchAll xmlns="d54f43a1-7c0c-48f2-bcfc-ef5ef65a9c54" xsi:nil="true"/>
    <Description2 xmlns="f6c69493-c5c9-4f33-a298-9c893d5c671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3C8C1B650FCD44A90F6C15D7C0B4FC9" ma:contentTypeVersion="18" ma:contentTypeDescription="Create a new document." ma:contentTypeScope="" ma:versionID="39739da473e5b8afebf57db0f6962ee5">
  <xsd:schema xmlns:xsd="http://www.w3.org/2001/XMLSchema" xmlns:xs="http://www.w3.org/2001/XMLSchema" xmlns:p="http://schemas.microsoft.com/office/2006/metadata/properties" xmlns:ns2="f6c69493-c5c9-4f33-a298-9c893d5c6711" xmlns:ns3="d54f43a1-7c0c-48f2-bcfc-ef5ef65a9c54" targetNamespace="http://schemas.microsoft.com/office/2006/metadata/properties" ma:root="true" ma:fieldsID="57ae9f947d10ee90e2f9f698db1789af" ns2:_="" ns3:_="">
    <xsd:import namespace="f6c69493-c5c9-4f33-a298-9c893d5c6711"/>
    <xsd:import namespace="d54f43a1-7c0c-48f2-bcfc-ef5ef65a9c5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element ref="ns2:Description2" minOccurs="0"/>
                <xsd:element ref="ns2:ActivityTyp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c69493-c5c9-4f33-a298-9c893d5c6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90401c9f-843b-44d9-a447-17a8aba967b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Description2" ma:index="23" nillable="true" ma:displayName="Description2" ma:format="Dropdown" ma:internalName="Description2">
      <xsd:simpleType>
        <xsd:restriction base="dms:Note">
          <xsd:maxLength value="255"/>
        </xsd:restriction>
      </xsd:simpleType>
    </xsd:element>
    <xsd:element name="ActivityType" ma:index="24" nillable="true" ma:displayName="ActivityType" ma:format="Dropdown" ma:internalName="ActivityType">
      <xsd:simpleType>
        <xsd:restriction base="dms:Choice">
          <xsd:enumeration value="Event"/>
          <xsd:enumeration value="Visit"/>
          <xsd:enumeration value="Volunteering"/>
          <xsd:enumeration value="Other"/>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4f43a1-7c0c-48f2-bcfc-ef5ef65a9c5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608f56c-1dd0-45c8-8f50-b616c921bdbb}" ma:internalName="TaxCatchAll" ma:showField="CatchAllData" ma:web="d54f43a1-7c0c-48f2-bcfc-ef5ef65a9c5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17553B-6A89-4121-BD0F-7DA3FFEA8FFC}">
  <ds:schemaRefs>
    <ds:schemaRef ds:uri="d54f43a1-7c0c-48f2-bcfc-ef5ef65a9c54"/>
    <ds:schemaRef ds:uri="f6c69493-c5c9-4f33-a298-9c893d5c6711"/>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2795AFD-5CDA-493F-8132-BBFDE4AA840A}">
  <ds:schemaRefs>
    <ds:schemaRef ds:uri="http://schemas.microsoft.com/sharepoint/v3/contenttype/forms"/>
  </ds:schemaRefs>
</ds:datastoreItem>
</file>

<file path=customXml/itemProps3.xml><?xml version="1.0" encoding="utf-8"?>
<ds:datastoreItem xmlns:ds="http://schemas.openxmlformats.org/officeDocument/2006/customXml" ds:itemID="{959EFBA9-9486-43B9-95A1-2649A7A133FA}">
  <ds:schemaRefs>
    <ds:schemaRef ds:uri="d54f43a1-7c0c-48f2-bcfc-ef5ef65a9c54"/>
    <ds:schemaRef ds:uri="f6c69493-c5c9-4f33-a298-9c893d5c67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40</Slides>
  <Notes>4</Notes>
  <HiddenSlides>4</HiddenSlide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Vision Empower Trust AI Skilling Program </vt:lpstr>
      <vt:lpstr>Agenda</vt:lpstr>
      <vt:lpstr>Pre-Assessment</vt:lpstr>
      <vt:lpstr>Learning Outcomes</vt:lpstr>
      <vt:lpstr>Quick Recap of AI In Education</vt:lpstr>
      <vt:lpstr>Examples of data from education </vt:lpstr>
      <vt:lpstr>Where can AI be used in Education</vt:lpstr>
      <vt:lpstr>Teacher-In-The-Loop when using AI for education</vt:lpstr>
      <vt:lpstr>Suggested first prompt in every chat : "QUESTION" — Teacher AI Guardrail Prompt </vt:lpstr>
      <vt:lpstr>With and without the QUESTION prompt</vt:lpstr>
      <vt:lpstr>Try your questions with and without the guardrail prompt </vt:lpstr>
      <vt:lpstr>Lets use AI In Education</vt:lpstr>
      <vt:lpstr>General method for working with Generative AI</vt:lpstr>
      <vt:lpstr>Learning about Prompting</vt:lpstr>
      <vt:lpstr>5 Prompt categories</vt:lpstr>
      <vt:lpstr>PowerPoint Presentation</vt:lpstr>
      <vt:lpstr>Use Case: Create Accessible Learning Materials Using AI </vt:lpstr>
      <vt:lpstr>PowerPoint Presentation</vt:lpstr>
      <vt:lpstr>Use Case : Translation</vt:lpstr>
      <vt:lpstr>PowerPoint Presentation</vt:lpstr>
      <vt:lpstr>PowerPoint Presentation</vt:lpstr>
      <vt:lpstr>PowerPoint Presentation</vt:lpstr>
      <vt:lpstr>Use Case: Generate Worksheets Using AI </vt:lpstr>
      <vt:lpstr>PowerPoint Presentation</vt:lpstr>
      <vt:lpstr>Use Case: Create Audio Lessons Using AI </vt:lpstr>
      <vt:lpstr>PowerPoint Presentation</vt:lpstr>
      <vt:lpstr>PowerPoint Presentation</vt:lpstr>
      <vt:lpstr>Use Case: Turn Science Laws into Music Using AI </vt:lpstr>
      <vt:lpstr>PowerPoint Presentation</vt:lpstr>
      <vt:lpstr>Things to look out for as a teacher</vt:lpstr>
      <vt:lpstr>Things to look out for as a teacher</vt:lpstr>
      <vt:lpstr>Let us all remember </vt:lpstr>
      <vt:lpstr>Can I teach AI to students ?</vt:lpstr>
      <vt:lpstr>Post-Assessment</vt:lpstr>
      <vt:lpstr>PowerPoint Presentation</vt:lpstr>
      <vt:lpstr>Thank You !</vt:lpstr>
      <vt:lpstr>Use Case : Adapt Classroom Activities Using AI </vt:lpstr>
      <vt:lpstr>PowerPoint Presentation</vt:lpstr>
      <vt:lpstr>Use Case 1 : Generate a lesson plan using Gen AI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Meera Muthukrishnan</dc:creator>
  <cp:revision>52</cp:revision>
  <dcterms:created xsi:type="dcterms:W3CDTF">2026-07-08T02:46:24Z</dcterms:created>
  <dcterms:modified xsi:type="dcterms:W3CDTF">2026-09-08T02:02:15Z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0x01010073C8C1B650FCD44A90F6C15D7C0B4FC9</vt:lpwstr>
  </property>
  <property fmtid="{D5CDD505-2E9C-101B-9397-08002B2CF9AE}" pid="3" name="MediaServiceImageTags">
    <vt:lpwstr/>
  </property>
</Properties>
</file>